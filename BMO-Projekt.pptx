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7" r:id="rId1"/>
  </p:sldMasterIdLst>
  <p:notesMasterIdLst>
    <p:notesMasterId r:id="rId13"/>
  </p:notesMasterIdLst>
  <p:sldIdLst>
    <p:sldId id="256" r:id="rId2"/>
    <p:sldId id="257" r:id="rId3"/>
    <p:sldId id="258" r:id="rId4"/>
    <p:sldId id="261" r:id="rId5"/>
    <p:sldId id="266" r:id="rId6"/>
    <p:sldId id="263" r:id="rId7"/>
    <p:sldId id="260" r:id="rId8"/>
    <p:sldId id="265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CBDACE-3A84-4186-B9A6-AE47CA0CDA88}" v="212" dt="2026-06-21T14:20:12.5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ko Kläsener" userId="b3580cb7-15ad-4c2f-be10-30939a475464" providerId="ADAL" clId="{36612FA6-6914-4267-9ADB-97F4291D668E}"/>
    <pc:docChg chg="undo custSel addSld delSld modSld sldOrd">
      <pc:chgData name="Niko Kläsener" userId="b3580cb7-15ad-4c2f-be10-30939a475464" providerId="ADAL" clId="{36612FA6-6914-4267-9ADB-97F4291D668E}" dt="2026-06-21T14:21:08.454" v="2204" actId="20577"/>
      <pc:docMkLst>
        <pc:docMk/>
      </pc:docMkLst>
      <pc:sldChg chg="addSp delSp modSp mod setBg addAnim delAnim setClrOvrMap">
        <pc:chgData name="Niko Kläsener" userId="b3580cb7-15ad-4c2f-be10-30939a475464" providerId="ADAL" clId="{36612FA6-6914-4267-9ADB-97F4291D668E}" dt="2026-06-20T10:23:12.042" v="514" actId="1440"/>
        <pc:sldMkLst>
          <pc:docMk/>
          <pc:sldMk cId="1333337614" sldId="256"/>
        </pc:sldMkLst>
        <pc:spChg chg="mod">
          <ac:chgData name="Niko Kläsener" userId="b3580cb7-15ad-4c2f-be10-30939a475464" providerId="ADAL" clId="{36612FA6-6914-4267-9ADB-97F4291D668E}" dt="2026-06-20T09:46:29.885" v="345" actId="1076"/>
          <ac:spMkLst>
            <pc:docMk/>
            <pc:sldMk cId="1333337614" sldId="256"/>
            <ac:spMk id="2" creationId="{A2E25965-E8D2-89CA-ABA6-A83478AE8A33}"/>
          </ac:spMkLst>
        </pc:spChg>
        <pc:spChg chg="mod">
          <ac:chgData name="Niko Kläsener" userId="b3580cb7-15ad-4c2f-be10-30939a475464" providerId="ADAL" clId="{36612FA6-6914-4267-9ADB-97F4291D668E}" dt="2026-06-20T09:46:35.881" v="346" actId="1076"/>
          <ac:spMkLst>
            <pc:docMk/>
            <pc:sldMk cId="1333337614" sldId="256"/>
            <ac:spMk id="3" creationId="{DF6AF82B-A7FA-77CF-693C-C1A5A5D417A0}"/>
          </ac:spMkLst>
        </pc:spChg>
        <pc:spChg chg="add del">
          <ac:chgData name="Niko Kläsener" userId="b3580cb7-15ad-4c2f-be10-30939a475464" providerId="ADAL" clId="{36612FA6-6914-4267-9ADB-97F4291D668E}" dt="2026-06-20T09:43:31.554" v="323" actId="26606"/>
          <ac:spMkLst>
            <pc:docMk/>
            <pc:sldMk cId="1333337614" sldId="256"/>
            <ac:spMk id="10" creationId="{71B2258F-86CA-4D4D-8270-BC05FCDEBFB3}"/>
          </ac:spMkLst>
        </pc:spChg>
        <pc:spChg chg="add del">
          <ac:chgData name="Niko Kläsener" userId="b3580cb7-15ad-4c2f-be10-30939a475464" providerId="ADAL" clId="{36612FA6-6914-4267-9ADB-97F4291D668E}" dt="2026-06-20T09:43:48.901" v="327" actId="26606"/>
          <ac:spMkLst>
            <pc:docMk/>
            <pc:sldMk cId="1333337614" sldId="256"/>
            <ac:spMk id="12" creationId="{007891EC-4501-44ED-A8C8-B11B6DB767AB}"/>
          </ac:spMkLst>
        </pc:spChg>
        <pc:spChg chg="add del">
          <ac:chgData name="Niko Kläsener" userId="b3580cb7-15ad-4c2f-be10-30939a475464" providerId="ADAL" clId="{36612FA6-6914-4267-9ADB-97F4291D668E}" dt="2026-06-20T09:43:48.901" v="327" actId="26606"/>
          <ac:spMkLst>
            <pc:docMk/>
            <pc:sldMk cId="1333337614" sldId="256"/>
            <ac:spMk id="13" creationId="{C1DD1A8A-57D5-4A81-AD04-532B043C5611}"/>
          </ac:spMkLst>
        </pc:spChg>
        <pc:picChg chg="add del mod ord">
          <ac:chgData name="Niko Kläsener" userId="b3580cb7-15ad-4c2f-be10-30939a475464" providerId="ADAL" clId="{36612FA6-6914-4267-9ADB-97F4291D668E}" dt="2026-06-20T09:43:49.440" v="328" actId="931"/>
          <ac:picMkLst>
            <pc:docMk/>
            <pc:sldMk cId="1333337614" sldId="256"/>
            <ac:picMk id="5" creationId="{6DEA7C07-2F1C-5460-830D-39A2B5D15147}"/>
          </ac:picMkLst>
        </pc:picChg>
        <pc:picChg chg="add mod">
          <ac:chgData name="Niko Kläsener" userId="b3580cb7-15ad-4c2f-be10-30939a475464" providerId="ADAL" clId="{36612FA6-6914-4267-9ADB-97F4291D668E}" dt="2026-06-20T10:23:12.042" v="514" actId="1440"/>
          <ac:picMkLst>
            <pc:docMk/>
            <pc:sldMk cId="1333337614" sldId="256"/>
            <ac:picMk id="7" creationId="{4F996406-0D13-A890-5782-A69BCEC750CC}"/>
          </ac:picMkLst>
        </pc:picChg>
      </pc:sldChg>
      <pc:sldChg chg="addSp modSp mod">
        <pc:chgData name="Niko Kläsener" userId="b3580cb7-15ad-4c2f-be10-30939a475464" providerId="ADAL" clId="{36612FA6-6914-4267-9ADB-97F4291D668E}" dt="2026-06-20T11:06:40.427" v="522" actId="20577"/>
        <pc:sldMkLst>
          <pc:docMk/>
          <pc:sldMk cId="313630166" sldId="257"/>
        </pc:sldMkLst>
        <pc:spChg chg="mod">
          <ac:chgData name="Niko Kläsener" userId="b3580cb7-15ad-4c2f-be10-30939a475464" providerId="ADAL" clId="{36612FA6-6914-4267-9ADB-97F4291D668E}" dt="2026-06-20T11:06:40.427" v="522" actId="20577"/>
          <ac:spMkLst>
            <pc:docMk/>
            <pc:sldMk cId="313630166" sldId="257"/>
            <ac:spMk id="4" creationId="{1419ED52-81D0-EE21-5D00-FADC1EFF0FD8}"/>
          </ac:spMkLst>
        </pc:spChg>
        <pc:spChg chg="mod">
          <ac:chgData name="Niko Kläsener" userId="b3580cb7-15ad-4c2f-be10-30939a475464" providerId="ADAL" clId="{36612FA6-6914-4267-9ADB-97F4291D668E}" dt="2026-06-19T12:26:02.010" v="144" actId="1076"/>
          <ac:spMkLst>
            <pc:docMk/>
            <pc:sldMk cId="313630166" sldId="257"/>
            <ac:spMk id="7" creationId="{2FFFFFA1-839C-5256-ECAD-B7BD134190CC}"/>
          </ac:spMkLst>
        </pc:spChg>
        <pc:spChg chg="mod">
          <ac:chgData name="Niko Kläsener" userId="b3580cb7-15ad-4c2f-be10-30939a475464" providerId="ADAL" clId="{36612FA6-6914-4267-9ADB-97F4291D668E}" dt="2026-06-19T12:40:45.371" v="255" actId="1076"/>
          <ac:spMkLst>
            <pc:docMk/>
            <pc:sldMk cId="313630166" sldId="257"/>
            <ac:spMk id="8" creationId="{19961575-6AFB-32B8-2348-DBD4F184DBB4}"/>
          </ac:spMkLst>
        </pc:spChg>
        <pc:spChg chg="mod">
          <ac:chgData name="Niko Kläsener" userId="b3580cb7-15ad-4c2f-be10-30939a475464" providerId="ADAL" clId="{36612FA6-6914-4267-9ADB-97F4291D668E}" dt="2026-06-19T12:40:35.373" v="253" actId="1076"/>
          <ac:spMkLst>
            <pc:docMk/>
            <pc:sldMk cId="313630166" sldId="257"/>
            <ac:spMk id="9" creationId="{EA54CDF6-3351-758F-A588-011EFB6B9A35}"/>
          </ac:spMkLst>
        </pc:spChg>
        <pc:spChg chg="mod">
          <ac:chgData name="Niko Kläsener" userId="b3580cb7-15ad-4c2f-be10-30939a475464" providerId="ADAL" clId="{36612FA6-6914-4267-9ADB-97F4291D668E}" dt="2026-06-19T12:40:40.079" v="254" actId="1076"/>
          <ac:spMkLst>
            <pc:docMk/>
            <pc:sldMk cId="313630166" sldId="257"/>
            <ac:spMk id="10" creationId="{29845057-E4C4-88A1-B908-CA5BDDB698F6}"/>
          </ac:spMkLst>
        </pc:spChg>
        <pc:spChg chg="mod">
          <ac:chgData name="Niko Kläsener" userId="b3580cb7-15ad-4c2f-be10-30939a475464" providerId="ADAL" clId="{36612FA6-6914-4267-9ADB-97F4291D668E}" dt="2026-06-19T12:40:28.405" v="252" actId="1076"/>
          <ac:spMkLst>
            <pc:docMk/>
            <pc:sldMk cId="313630166" sldId="257"/>
            <ac:spMk id="12" creationId="{523EE4F5-A6A2-155F-A93F-56A4DE25EEE3}"/>
          </ac:spMkLst>
        </pc:spChg>
        <pc:spChg chg="mod">
          <ac:chgData name="Niko Kläsener" userId="b3580cb7-15ad-4c2f-be10-30939a475464" providerId="ADAL" clId="{36612FA6-6914-4267-9ADB-97F4291D668E}" dt="2026-06-19T12:35:31.574" v="237" actId="1076"/>
          <ac:spMkLst>
            <pc:docMk/>
            <pc:sldMk cId="313630166" sldId="257"/>
            <ac:spMk id="13" creationId="{E5659A22-7EE9-CC22-104D-0660E7199673}"/>
          </ac:spMkLst>
        </pc:spChg>
        <pc:cxnChg chg="add mod">
          <ac:chgData name="Niko Kläsener" userId="b3580cb7-15ad-4c2f-be10-30939a475464" providerId="ADAL" clId="{36612FA6-6914-4267-9ADB-97F4291D668E}" dt="2026-06-19T12:41:15.594" v="260" actId="17032"/>
          <ac:cxnSpMkLst>
            <pc:docMk/>
            <pc:sldMk cId="313630166" sldId="257"/>
            <ac:cxnSpMk id="11" creationId="{96E4554E-DAAE-B8D8-AFED-BA22F8B5444E}"/>
          </ac:cxnSpMkLst>
        </pc:cxnChg>
        <pc:cxnChg chg="add mod">
          <ac:chgData name="Niko Kläsener" userId="b3580cb7-15ad-4c2f-be10-30939a475464" providerId="ADAL" clId="{36612FA6-6914-4267-9ADB-97F4291D668E}" dt="2026-06-19T12:41:19.990" v="261" actId="17032"/>
          <ac:cxnSpMkLst>
            <pc:docMk/>
            <pc:sldMk cId="313630166" sldId="257"/>
            <ac:cxnSpMk id="15" creationId="{69D6CD46-F63F-203D-ABDD-104B339997F8}"/>
          </ac:cxnSpMkLst>
        </pc:cxnChg>
        <pc:cxnChg chg="add mod">
          <ac:chgData name="Niko Kläsener" userId="b3580cb7-15ad-4c2f-be10-30939a475464" providerId="ADAL" clId="{36612FA6-6914-4267-9ADB-97F4291D668E}" dt="2026-06-19T12:41:23.203" v="262" actId="17032"/>
          <ac:cxnSpMkLst>
            <pc:docMk/>
            <pc:sldMk cId="313630166" sldId="257"/>
            <ac:cxnSpMk id="17" creationId="{5D91414E-35BD-1363-1B17-393D9AB5AC9C}"/>
          </ac:cxnSpMkLst>
        </pc:cxnChg>
        <pc:cxnChg chg="add mod">
          <ac:chgData name="Niko Kläsener" userId="b3580cb7-15ad-4c2f-be10-30939a475464" providerId="ADAL" clId="{36612FA6-6914-4267-9ADB-97F4291D668E}" dt="2026-06-19T12:41:26.208" v="263" actId="17032"/>
          <ac:cxnSpMkLst>
            <pc:docMk/>
            <pc:sldMk cId="313630166" sldId="257"/>
            <ac:cxnSpMk id="19" creationId="{A8896518-98DA-6501-43C1-2E1B5EFCB011}"/>
          </ac:cxnSpMkLst>
        </pc:cxnChg>
        <pc:cxnChg chg="add mod">
          <ac:chgData name="Niko Kläsener" userId="b3580cb7-15ad-4c2f-be10-30939a475464" providerId="ADAL" clId="{36612FA6-6914-4267-9ADB-97F4291D668E}" dt="2026-06-19T12:41:31.040" v="264" actId="17032"/>
          <ac:cxnSpMkLst>
            <pc:docMk/>
            <pc:sldMk cId="313630166" sldId="257"/>
            <ac:cxnSpMk id="21" creationId="{41621D5B-CC08-0B9B-E191-7914E0D93081}"/>
          </ac:cxnSpMkLst>
        </pc:cxnChg>
      </pc:sldChg>
      <pc:sldChg chg="addSp delSp modSp mod">
        <pc:chgData name="Niko Kläsener" userId="b3580cb7-15ad-4c2f-be10-30939a475464" providerId="ADAL" clId="{36612FA6-6914-4267-9ADB-97F4291D668E}" dt="2026-06-21T14:02:31.331" v="1681" actId="20577"/>
        <pc:sldMkLst>
          <pc:docMk/>
          <pc:sldMk cId="1562465697" sldId="258"/>
        </pc:sldMkLst>
        <pc:spChg chg="mod">
          <ac:chgData name="Niko Kläsener" userId="b3580cb7-15ad-4c2f-be10-30939a475464" providerId="ADAL" clId="{36612FA6-6914-4267-9ADB-97F4291D668E}" dt="2026-06-21T14:02:31.331" v="1681" actId="20577"/>
          <ac:spMkLst>
            <pc:docMk/>
            <pc:sldMk cId="1562465697" sldId="258"/>
            <ac:spMk id="2" creationId="{211B614C-40F6-C498-5107-17FB1AFB2B8A}"/>
          </ac:spMkLst>
        </pc:spChg>
        <pc:spChg chg="add mod">
          <ac:chgData name="Niko Kläsener" userId="b3580cb7-15ad-4c2f-be10-30939a475464" providerId="ADAL" clId="{36612FA6-6914-4267-9ADB-97F4291D668E}" dt="2026-06-20T10:16:37.071" v="506" actId="1076"/>
          <ac:spMkLst>
            <pc:docMk/>
            <pc:sldMk cId="1562465697" sldId="258"/>
            <ac:spMk id="3" creationId="{F984959B-3B96-707C-C5CF-921F9260BFDE}"/>
          </ac:spMkLst>
        </pc:spChg>
        <pc:picChg chg="add mod ord">
          <ac:chgData name="Niko Kläsener" userId="b3580cb7-15ad-4c2f-be10-30939a475464" providerId="ADAL" clId="{36612FA6-6914-4267-9ADB-97F4291D668E}" dt="2026-06-20T10:09:03.294" v="351" actId="1076"/>
          <ac:picMkLst>
            <pc:docMk/>
            <pc:sldMk cId="1562465697" sldId="258"/>
            <ac:picMk id="10" creationId="{FACAB858-83F7-44BF-B251-E7805A2A1602}"/>
          </ac:picMkLst>
        </pc:picChg>
      </pc:sldChg>
      <pc:sldChg chg="addSp delSp modSp new mod ord">
        <pc:chgData name="Niko Kläsener" userId="b3580cb7-15ad-4c2f-be10-30939a475464" providerId="ADAL" clId="{36612FA6-6914-4267-9ADB-97F4291D668E}" dt="2026-06-21T12:28:34.308" v="530"/>
        <pc:sldMkLst>
          <pc:docMk/>
          <pc:sldMk cId="2830380807" sldId="260"/>
        </pc:sldMkLst>
        <pc:spChg chg="mod">
          <ac:chgData name="Niko Kläsener" userId="b3580cb7-15ad-4c2f-be10-30939a475464" providerId="ADAL" clId="{36612FA6-6914-4267-9ADB-97F4291D668E}" dt="2026-06-19T10:49:38.671" v="62"/>
          <ac:spMkLst>
            <pc:docMk/>
            <pc:sldMk cId="2830380807" sldId="260"/>
            <ac:spMk id="2" creationId="{4DC433D2-17BA-BB4F-88B0-0F9E964EEB21}"/>
          </ac:spMkLst>
        </pc:spChg>
        <pc:picChg chg="add mod ord">
          <ac:chgData name="Niko Kläsener" userId="b3580cb7-15ad-4c2f-be10-30939a475464" providerId="ADAL" clId="{36612FA6-6914-4267-9ADB-97F4291D668E}" dt="2026-06-21T12:23:23.584" v="523" actId="14826"/>
          <ac:picMkLst>
            <pc:docMk/>
            <pc:sldMk cId="2830380807" sldId="260"/>
            <ac:picMk id="9" creationId="{B328A8BF-6F71-6DE1-E847-0E993C071748}"/>
          </ac:picMkLst>
        </pc:picChg>
        <pc:picChg chg="add mod ord">
          <ac:chgData name="Niko Kläsener" userId="b3580cb7-15ad-4c2f-be10-30939a475464" providerId="ADAL" clId="{36612FA6-6914-4267-9ADB-97F4291D668E}" dt="2026-06-21T12:23:43.789" v="524" actId="14826"/>
          <ac:picMkLst>
            <pc:docMk/>
            <pc:sldMk cId="2830380807" sldId="260"/>
            <ac:picMk id="13" creationId="{60767B9F-4700-514B-860F-8A88677FBA11}"/>
          </ac:picMkLst>
        </pc:picChg>
      </pc:sldChg>
      <pc:sldChg chg="addSp delSp modSp new mod ord">
        <pc:chgData name="Niko Kläsener" userId="b3580cb7-15ad-4c2f-be10-30939a475464" providerId="ADAL" clId="{36612FA6-6914-4267-9ADB-97F4291D668E}" dt="2026-06-21T12:44:44.495" v="714" actId="20577"/>
        <pc:sldMkLst>
          <pc:docMk/>
          <pc:sldMk cId="1179084943" sldId="261"/>
        </pc:sldMkLst>
        <pc:spChg chg="mod">
          <ac:chgData name="Niko Kläsener" userId="b3580cb7-15ad-4c2f-be10-30939a475464" providerId="ADAL" clId="{36612FA6-6914-4267-9ADB-97F4291D668E}" dt="2026-06-21T12:44:44.495" v="714" actId="20577"/>
          <ac:spMkLst>
            <pc:docMk/>
            <pc:sldMk cId="1179084943" sldId="261"/>
            <ac:spMk id="2" creationId="{1E94E426-77E3-D9B2-5685-3FEAC25AD1A5}"/>
          </ac:spMkLst>
        </pc:spChg>
        <pc:spChg chg="add mod">
          <ac:chgData name="Niko Kläsener" userId="b3580cb7-15ad-4c2f-be10-30939a475464" providerId="ADAL" clId="{36612FA6-6914-4267-9ADB-97F4291D668E}" dt="2026-06-21T12:42:43.156" v="692" actId="113"/>
          <ac:spMkLst>
            <pc:docMk/>
            <pc:sldMk cId="1179084943" sldId="261"/>
            <ac:spMk id="3" creationId="{03B229CE-C208-3B6E-0937-5F9A9A7AA444}"/>
          </ac:spMkLst>
        </pc:spChg>
        <pc:spChg chg="add mod">
          <ac:chgData name="Niko Kläsener" userId="b3580cb7-15ad-4c2f-be10-30939a475464" providerId="ADAL" clId="{36612FA6-6914-4267-9ADB-97F4291D668E}" dt="2026-06-21T12:42:46.285" v="693" actId="113"/>
          <ac:spMkLst>
            <pc:docMk/>
            <pc:sldMk cId="1179084943" sldId="261"/>
            <ac:spMk id="7" creationId="{6FF04FC2-856E-1509-998A-C8DF92BD91DF}"/>
          </ac:spMkLst>
        </pc:spChg>
        <pc:picChg chg="add mod ord">
          <ac:chgData name="Niko Kläsener" userId="b3580cb7-15ad-4c2f-be10-30939a475464" providerId="ADAL" clId="{36612FA6-6914-4267-9ADB-97F4291D668E}" dt="2026-06-21T12:26:50.326" v="528" actId="1076"/>
          <ac:picMkLst>
            <pc:docMk/>
            <pc:sldMk cId="1179084943" sldId="261"/>
            <ac:picMk id="8" creationId="{4DAC7E66-EB2C-45E1-5D4F-7CAE9DCE4400}"/>
          </ac:picMkLst>
        </pc:picChg>
      </pc:sldChg>
      <pc:sldChg chg="addSp delSp modSp new add del mod ord">
        <pc:chgData name="Niko Kläsener" userId="b3580cb7-15ad-4c2f-be10-30939a475464" providerId="ADAL" clId="{36612FA6-6914-4267-9ADB-97F4291D668E}" dt="2026-06-21T12:56:20.769" v="768" actId="47"/>
        <pc:sldMkLst>
          <pc:docMk/>
          <pc:sldMk cId="2368679576" sldId="262"/>
        </pc:sldMkLst>
        <pc:spChg chg="mod">
          <ac:chgData name="Niko Kläsener" userId="b3580cb7-15ad-4c2f-be10-30939a475464" providerId="ADAL" clId="{36612FA6-6914-4267-9ADB-97F4291D668E}" dt="2026-06-21T12:56:11.809" v="766" actId="20577"/>
          <ac:spMkLst>
            <pc:docMk/>
            <pc:sldMk cId="2368679576" sldId="262"/>
            <ac:spMk id="2" creationId="{2944ED13-FD2C-1619-5816-65507A0AA985}"/>
          </ac:spMkLst>
        </pc:spChg>
        <pc:picChg chg="add mod ord">
          <ac:chgData name="Niko Kläsener" userId="b3580cb7-15ad-4c2f-be10-30939a475464" providerId="ADAL" clId="{36612FA6-6914-4267-9ADB-97F4291D668E}" dt="2026-06-21T12:43:35.510" v="696" actId="14826"/>
          <ac:picMkLst>
            <pc:docMk/>
            <pc:sldMk cId="2368679576" sldId="262"/>
            <ac:picMk id="8" creationId="{AD463835-8BB8-FEE2-98D6-EA9C01C3A6A5}"/>
          </ac:picMkLst>
        </pc:picChg>
      </pc:sldChg>
      <pc:sldChg chg="addSp delSp modSp new mod ord">
        <pc:chgData name="Niko Kläsener" userId="b3580cb7-15ad-4c2f-be10-30939a475464" providerId="ADAL" clId="{36612FA6-6914-4267-9ADB-97F4291D668E}" dt="2026-06-21T12:44:59.951" v="718"/>
        <pc:sldMkLst>
          <pc:docMk/>
          <pc:sldMk cId="937536178" sldId="263"/>
        </pc:sldMkLst>
        <pc:spChg chg="mod">
          <ac:chgData name="Niko Kläsener" userId="b3580cb7-15ad-4c2f-be10-30939a475464" providerId="ADAL" clId="{36612FA6-6914-4267-9ADB-97F4291D668E}" dt="2026-06-21T12:44:59.951" v="718"/>
          <ac:spMkLst>
            <pc:docMk/>
            <pc:sldMk cId="937536178" sldId="263"/>
            <ac:spMk id="2" creationId="{DE86CDD5-F3A8-1E49-03B4-ABAC4E69630F}"/>
          </ac:spMkLst>
        </pc:spChg>
        <pc:picChg chg="add mod ord">
          <ac:chgData name="Niko Kläsener" userId="b3580cb7-15ad-4c2f-be10-30939a475464" providerId="ADAL" clId="{36612FA6-6914-4267-9ADB-97F4291D668E}" dt="2026-06-21T12:43:47.697" v="697" actId="14826"/>
          <ac:picMkLst>
            <pc:docMk/>
            <pc:sldMk cId="937536178" sldId="263"/>
            <ac:picMk id="8" creationId="{CCD849A5-AE97-5B6A-16ED-2BC4C72CF5BC}"/>
          </ac:picMkLst>
        </pc:picChg>
      </pc:sldChg>
      <pc:sldChg chg="addSp delSp modSp new del mod">
        <pc:chgData name="Niko Kläsener" userId="b3580cb7-15ad-4c2f-be10-30939a475464" providerId="ADAL" clId="{36612FA6-6914-4267-9ADB-97F4291D668E}" dt="2026-06-21T12:48:17.446" v="731" actId="47"/>
        <pc:sldMkLst>
          <pc:docMk/>
          <pc:sldMk cId="673205838" sldId="264"/>
        </pc:sldMkLst>
        <pc:picChg chg="add mod ord">
          <ac:chgData name="Niko Kläsener" userId="b3580cb7-15ad-4c2f-be10-30939a475464" providerId="ADAL" clId="{36612FA6-6914-4267-9ADB-97F4291D668E}" dt="2026-06-21T12:47:28.855" v="719" actId="14826"/>
          <ac:picMkLst>
            <pc:docMk/>
            <pc:sldMk cId="673205838" sldId="264"/>
            <ac:picMk id="8" creationId="{3F65DE01-F495-3DDF-820D-2838164A1E75}"/>
          </ac:picMkLst>
        </pc:picChg>
      </pc:sldChg>
      <pc:sldChg chg="modSp add mod ord">
        <pc:chgData name="Niko Kläsener" userId="b3580cb7-15ad-4c2f-be10-30939a475464" providerId="ADAL" clId="{36612FA6-6914-4267-9ADB-97F4291D668E}" dt="2026-06-21T13:03:01.017" v="882" actId="20577"/>
        <pc:sldMkLst>
          <pc:docMk/>
          <pc:sldMk cId="284479213" sldId="265"/>
        </pc:sldMkLst>
        <pc:spChg chg="mod">
          <ac:chgData name="Niko Kläsener" userId="b3580cb7-15ad-4c2f-be10-30939a475464" providerId="ADAL" clId="{36612FA6-6914-4267-9ADB-97F4291D668E}" dt="2026-06-21T12:48:11.357" v="730" actId="20577"/>
          <ac:spMkLst>
            <pc:docMk/>
            <pc:sldMk cId="284479213" sldId="265"/>
            <ac:spMk id="2" creationId="{CE19303A-6C64-B42A-B22E-C575DA323E4E}"/>
          </ac:spMkLst>
        </pc:spChg>
        <pc:spChg chg="mod">
          <ac:chgData name="Niko Kläsener" userId="b3580cb7-15ad-4c2f-be10-30939a475464" providerId="ADAL" clId="{36612FA6-6914-4267-9ADB-97F4291D668E}" dt="2026-06-21T13:03:01.017" v="882" actId="20577"/>
          <ac:spMkLst>
            <pc:docMk/>
            <pc:sldMk cId="284479213" sldId="265"/>
            <ac:spMk id="3" creationId="{63281457-D136-1A63-F2D7-B4801B290DB8}"/>
          </ac:spMkLst>
        </pc:spChg>
        <pc:spChg chg="mod">
          <ac:chgData name="Niko Kläsener" userId="b3580cb7-15ad-4c2f-be10-30939a475464" providerId="ADAL" clId="{36612FA6-6914-4267-9ADB-97F4291D668E}" dt="2026-06-21T12:51:16.673" v="759" actId="20577"/>
          <ac:spMkLst>
            <pc:docMk/>
            <pc:sldMk cId="284479213" sldId="265"/>
            <ac:spMk id="7" creationId="{95B4E1EB-B5BB-3FBA-04AE-035423E7056E}"/>
          </ac:spMkLst>
        </pc:spChg>
        <pc:picChg chg="mod">
          <ac:chgData name="Niko Kläsener" userId="b3580cb7-15ad-4c2f-be10-30939a475464" providerId="ADAL" clId="{36612FA6-6914-4267-9ADB-97F4291D668E}" dt="2026-06-21T12:48:26.417" v="732" actId="14826"/>
          <ac:picMkLst>
            <pc:docMk/>
            <pc:sldMk cId="284479213" sldId="265"/>
            <ac:picMk id="8" creationId="{8BBCFB51-2DA5-DE7E-6860-BB3D133BB932}"/>
          </ac:picMkLst>
        </pc:picChg>
      </pc:sldChg>
      <pc:sldChg chg="addSp delSp modSp new del mod setBg">
        <pc:chgData name="Niko Kläsener" userId="b3580cb7-15ad-4c2f-be10-30939a475464" providerId="ADAL" clId="{36612FA6-6914-4267-9ADB-97F4291D668E}" dt="2026-06-20T09:47:00.752" v="347" actId="47"/>
        <pc:sldMkLst>
          <pc:docMk/>
          <pc:sldMk cId="2524890292" sldId="265"/>
        </pc:sldMkLst>
        <pc:spChg chg="mod">
          <ac:chgData name="Niko Kläsener" userId="b3580cb7-15ad-4c2f-be10-30939a475464" providerId="ADAL" clId="{36612FA6-6914-4267-9ADB-97F4291D668E}" dt="2026-06-20T09:42:13.238" v="318" actId="313"/>
          <ac:spMkLst>
            <pc:docMk/>
            <pc:sldMk cId="2524890292" sldId="265"/>
            <ac:spMk id="2" creationId="{BD05EEA8-C8D5-9E42-7B1E-9E600DFF101C}"/>
          </ac:spMkLst>
        </pc:spChg>
        <pc:spChg chg="del">
          <ac:chgData name="Niko Kläsener" userId="b3580cb7-15ad-4c2f-be10-30939a475464" providerId="ADAL" clId="{36612FA6-6914-4267-9ADB-97F4291D668E}" dt="2026-06-20T09:37:34.037" v="271" actId="931"/>
          <ac:spMkLst>
            <pc:docMk/>
            <pc:sldMk cId="2524890292" sldId="265"/>
            <ac:spMk id="3" creationId="{5925A673-9155-C571-DF9C-2EE38AC6AB23}"/>
          </ac:spMkLst>
        </pc:spChg>
        <pc:spChg chg="mod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4" creationId="{12710B61-904E-C6B5-BFDB-727EE5C14E6E}"/>
          </ac:spMkLst>
        </pc:spChg>
        <pc:spChg chg="mod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5" creationId="{00CF76A6-70A7-1DBE-2DFA-A7BB332C207F}"/>
          </ac:spMkLst>
        </pc:spChg>
        <pc:spChg chg="mod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6" creationId="{916E093C-8E78-657C-5031-379356A8A06C}"/>
          </ac:spMkLst>
        </pc:spChg>
        <pc:spChg chg="add del mod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12" creationId="{6298E0C1-CB63-3E0C-94F6-096C386B6D0F}"/>
          </ac:spMkLst>
        </pc:spChg>
        <pc:spChg chg="add del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15" creationId="{F13C74B1-5B17-4795-BED0-7140497B445A}"/>
          </ac:spMkLst>
        </pc:spChg>
        <pc:spChg chg="add del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17" creationId="{D4974D33-8DC5-464E-8C6D-BE58F0669C17}"/>
          </ac:spMkLst>
        </pc:spChg>
        <pc:spChg chg="add del">
          <ac:chgData name="Niko Kläsener" userId="b3580cb7-15ad-4c2f-be10-30939a475464" providerId="ADAL" clId="{36612FA6-6914-4267-9ADB-97F4291D668E}" dt="2026-06-20T09:38:24.123" v="276" actId="26606"/>
          <ac:spMkLst>
            <pc:docMk/>
            <pc:sldMk cId="2524890292" sldId="265"/>
            <ac:spMk id="22" creationId="{F13C74B1-5B17-4795-BED0-7140497B445A}"/>
          </ac:spMkLst>
        </pc:spChg>
        <pc:spChg chg="add del">
          <ac:chgData name="Niko Kläsener" userId="b3580cb7-15ad-4c2f-be10-30939a475464" providerId="ADAL" clId="{36612FA6-6914-4267-9ADB-97F4291D668E}" dt="2026-06-20T09:38:24.123" v="276" actId="26606"/>
          <ac:spMkLst>
            <pc:docMk/>
            <pc:sldMk cId="2524890292" sldId="265"/>
            <ac:spMk id="24" creationId="{D4974D33-8DC5-464E-8C6D-BE58F0669C17}"/>
          </ac:spMkLst>
        </pc:spChg>
        <pc:spChg chg="add del">
          <ac:chgData name="Niko Kläsener" userId="b3580cb7-15ad-4c2f-be10-30939a475464" providerId="ADAL" clId="{36612FA6-6914-4267-9ADB-97F4291D668E}" dt="2026-06-20T09:39:03.707" v="278" actId="26606"/>
          <ac:spMkLst>
            <pc:docMk/>
            <pc:sldMk cId="2524890292" sldId="265"/>
            <ac:spMk id="26" creationId="{B1595A09-E336-4D1B-9B3A-06A2287A54E2}"/>
          </ac:spMkLst>
        </pc:spChg>
        <pc:spChg chg="add del">
          <ac:chgData name="Niko Kläsener" userId="b3580cb7-15ad-4c2f-be10-30939a475464" providerId="ADAL" clId="{36612FA6-6914-4267-9ADB-97F4291D668E}" dt="2026-06-20T09:39:03.707" v="278" actId="26606"/>
          <ac:spMkLst>
            <pc:docMk/>
            <pc:sldMk cId="2524890292" sldId="265"/>
            <ac:spMk id="27" creationId="{3540989C-C7B8-473B-BF87-6F2DA6A90006}"/>
          </ac:spMkLst>
        </pc:spChg>
        <pc:spChg chg="add del">
          <ac:chgData name="Niko Kläsener" userId="b3580cb7-15ad-4c2f-be10-30939a475464" providerId="ADAL" clId="{36612FA6-6914-4267-9ADB-97F4291D668E}" dt="2026-06-20T09:39:15.442" v="280" actId="26606"/>
          <ac:spMkLst>
            <pc:docMk/>
            <pc:sldMk cId="2524890292" sldId="265"/>
            <ac:spMk id="28" creationId="{FE43805F-24A6-46A4-B19B-54F28347355C}"/>
          </ac:spMkLst>
        </pc:spChg>
        <pc:spChg chg="add del">
          <ac:chgData name="Niko Kläsener" userId="b3580cb7-15ad-4c2f-be10-30939a475464" providerId="ADAL" clId="{36612FA6-6914-4267-9ADB-97F4291D668E}" dt="2026-06-20T09:39:15.442" v="280" actId="26606"/>
          <ac:spMkLst>
            <pc:docMk/>
            <pc:sldMk cId="2524890292" sldId="265"/>
            <ac:spMk id="30" creationId="{95C8260E-968F-44E8-A823-ABB431311926}"/>
          </ac:spMkLst>
        </pc:spChg>
        <pc:spChg chg="add del">
          <ac:chgData name="Niko Kläsener" userId="b3580cb7-15ad-4c2f-be10-30939a475464" providerId="ADAL" clId="{36612FA6-6914-4267-9ADB-97F4291D668E}" dt="2026-06-20T09:39:15.442" v="280" actId="26606"/>
          <ac:spMkLst>
            <pc:docMk/>
            <pc:sldMk cId="2524890292" sldId="265"/>
            <ac:spMk id="31" creationId="{2C1BBA94-3F40-40AA-8BB9-E69E25E537C1}"/>
          </ac:spMkLst>
        </pc:spChg>
        <pc:picChg chg="add mod ord">
          <ac:chgData name="Niko Kläsener" userId="b3580cb7-15ad-4c2f-be10-30939a475464" providerId="ADAL" clId="{36612FA6-6914-4267-9ADB-97F4291D668E}" dt="2026-06-20T09:41:01.735" v="283" actId="1440"/>
          <ac:picMkLst>
            <pc:docMk/>
            <pc:sldMk cId="2524890292" sldId="265"/>
            <ac:picMk id="8" creationId="{06174E3C-9976-B0FF-F6EA-A7FFB0B8F888}"/>
          </ac:picMkLst>
        </pc:picChg>
      </pc:sldChg>
      <pc:sldChg chg="delSp modSp add mod">
        <pc:chgData name="Niko Kläsener" userId="b3580cb7-15ad-4c2f-be10-30939a475464" providerId="ADAL" clId="{36612FA6-6914-4267-9ADB-97F4291D668E}" dt="2026-06-21T13:01:29.732" v="874" actId="14100"/>
        <pc:sldMkLst>
          <pc:docMk/>
          <pc:sldMk cId="1467630395" sldId="266"/>
        </pc:sldMkLst>
        <pc:spChg chg="mod">
          <ac:chgData name="Niko Kläsener" userId="b3580cb7-15ad-4c2f-be10-30939a475464" providerId="ADAL" clId="{36612FA6-6914-4267-9ADB-97F4291D668E}" dt="2026-06-21T12:56:18.619" v="767"/>
          <ac:spMkLst>
            <pc:docMk/>
            <pc:sldMk cId="1467630395" sldId="266"/>
            <ac:spMk id="2" creationId="{7646B6E2-F0CF-300A-B970-C7A9A45AB3BF}"/>
          </ac:spMkLst>
        </pc:spChg>
        <pc:spChg chg="mod">
          <ac:chgData name="Niko Kläsener" userId="b3580cb7-15ad-4c2f-be10-30939a475464" providerId="ADAL" clId="{36612FA6-6914-4267-9ADB-97F4291D668E}" dt="2026-06-21T13:01:29.732" v="874" actId="14100"/>
          <ac:spMkLst>
            <pc:docMk/>
            <pc:sldMk cId="1467630395" sldId="266"/>
            <ac:spMk id="3" creationId="{BAC82BD4-2A43-8BFA-68CA-8A66C04C309B}"/>
          </ac:spMkLst>
        </pc:spChg>
        <pc:spChg chg="del">
          <ac:chgData name="Niko Kläsener" userId="b3580cb7-15ad-4c2f-be10-30939a475464" providerId="ADAL" clId="{36612FA6-6914-4267-9ADB-97F4291D668E}" dt="2026-06-21T12:56:26.621" v="769" actId="478"/>
          <ac:spMkLst>
            <pc:docMk/>
            <pc:sldMk cId="1467630395" sldId="266"/>
            <ac:spMk id="7" creationId="{657AEC3C-8D01-45F6-E8C3-FCDF8F737DEE}"/>
          </ac:spMkLst>
        </pc:spChg>
        <pc:picChg chg="mod">
          <ac:chgData name="Niko Kläsener" userId="b3580cb7-15ad-4c2f-be10-30939a475464" providerId="ADAL" clId="{36612FA6-6914-4267-9ADB-97F4291D668E}" dt="2026-06-21T12:55:59.946" v="761" actId="14826"/>
          <ac:picMkLst>
            <pc:docMk/>
            <pc:sldMk cId="1467630395" sldId="266"/>
            <ac:picMk id="8" creationId="{A712138D-C74F-6410-9202-AD79ED5D372E}"/>
          </ac:picMkLst>
        </pc:picChg>
      </pc:sldChg>
      <pc:sldChg chg="modSp new mod modClrScheme chgLayout">
        <pc:chgData name="Niko Kläsener" userId="b3580cb7-15ad-4c2f-be10-30939a475464" providerId="ADAL" clId="{36612FA6-6914-4267-9ADB-97F4291D668E}" dt="2026-06-21T14:05:18.535" v="1732" actId="313"/>
        <pc:sldMkLst>
          <pc:docMk/>
          <pc:sldMk cId="3694890744" sldId="267"/>
        </pc:sldMkLst>
        <pc:spChg chg="mod ord">
          <ac:chgData name="Niko Kläsener" userId="b3580cb7-15ad-4c2f-be10-30939a475464" providerId="ADAL" clId="{36612FA6-6914-4267-9ADB-97F4291D668E}" dt="2026-06-21T14:00:29.970" v="1610" actId="700"/>
          <ac:spMkLst>
            <pc:docMk/>
            <pc:sldMk cId="3694890744" sldId="267"/>
            <ac:spMk id="2" creationId="{6BB030AB-786E-C531-12A7-749F70850164}"/>
          </ac:spMkLst>
        </pc:spChg>
        <pc:spChg chg="mod ord">
          <ac:chgData name="Niko Kläsener" userId="b3580cb7-15ad-4c2f-be10-30939a475464" providerId="ADAL" clId="{36612FA6-6914-4267-9ADB-97F4291D668E}" dt="2026-06-21T14:00:29.970" v="1610" actId="700"/>
          <ac:spMkLst>
            <pc:docMk/>
            <pc:sldMk cId="3694890744" sldId="267"/>
            <ac:spMk id="3" creationId="{F05D5584-C5F5-B21E-C1D6-CE5472F6A3BE}"/>
          </ac:spMkLst>
        </pc:spChg>
        <pc:spChg chg="mod ord">
          <ac:chgData name="Niko Kläsener" userId="b3580cb7-15ad-4c2f-be10-30939a475464" providerId="ADAL" clId="{36612FA6-6914-4267-9ADB-97F4291D668E}" dt="2026-06-21T14:04:55.247" v="1683" actId="27636"/>
          <ac:spMkLst>
            <pc:docMk/>
            <pc:sldMk cId="3694890744" sldId="267"/>
            <ac:spMk id="4" creationId="{69979646-04D1-7A25-F6AA-E780620BB2CB}"/>
          </ac:spMkLst>
        </pc:spChg>
        <pc:spChg chg="mod ord">
          <ac:chgData name="Niko Kläsener" userId="b3580cb7-15ad-4c2f-be10-30939a475464" providerId="ADAL" clId="{36612FA6-6914-4267-9ADB-97F4291D668E}" dt="2026-06-21T14:00:29.970" v="1610" actId="700"/>
          <ac:spMkLst>
            <pc:docMk/>
            <pc:sldMk cId="3694890744" sldId="267"/>
            <ac:spMk id="5" creationId="{874A7A65-C7F4-F6C9-5AE4-858DEE4E2960}"/>
          </ac:spMkLst>
        </pc:spChg>
        <pc:spChg chg="mod ord">
          <ac:chgData name="Niko Kläsener" userId="b3580cb7-15ad-4c2f-be10-30939a475464" providerId="ADAL" clId="{36612FA6-6914-4267-9ADB-97F4291D668E}" dt="2026-06-21T14:05:18.535" v="1732" actId="313"/>
          <ac:spMkLst>
            <pc:docMk/>
            <pc:sldMk cId="3694890744" sldId="267"/>
            <ac:spMk id="6" creationId="{27CF4302-EE10-DEB8-57DC-0DE63F780452}"/>
          </ac:spMkLst>
        </pc:spChg>
        <pc:spChg chg="mod ord">
          <ac:chgData name="Niko Kläsener" userId="b3580cb7-15ad-4c2f-be10-30939a475464" providerId="ADAL" clId="{36612FA6-6914-4267-9ADB-97F4291D668E}" dt="2026-06-21T14:00:29.970" v="1610" actId="700"/>
          <ac:spMkLst>
            <pc:docMk/>
            <pc:sldMk cId="3694890744" sldId="267"/>
            <ac:spMk id="7" creationId="{6B894B29-7047-1ACA-3353-24BCA1F292EB}"/>
          </ac:spMkLst>
        </pc:spChg>
        <pc:spChg chg="mod ord">
          <ac:chgData name="Niko Kläsener" userId="b3580cb7-15ad-4c2f-be10-30939a475464" providerId="ADAL" clId="{36612FA6-6914-4267-9ADB-97F4291D668E}" dt="2026-06-21T14:00:29.970" v="1610" actId="700"/>
          <ac:spMkLst>
            <pc:docMk/>
            <pc:sldMk cId="3694890744" sldId="267"/>
            <ac:spMk id="8" creationId="{5981A085-1E07-22DC-7050-E4D89C38BAD6}"/>
          </ac:spMkLst>
        </pc:spChg>
        <pc:spChg chg="mod ord">
          <ac:chgData name="Niko Kläsener" userId="b3580cb7-15ad-4c2f-be10-30939a475464" providerId="ADAL" clId="{36612FA6-6914-4267-9ADB-97F4291D668E}" dt="2026-06-21T14:00:29.970" v="1610" actId="700"/>
          <ac:spMkLst>
            <pc:docMk/>
            <pc:sldMk cId="3694890744" sldId="267"/>
            <ac:spMk id="9" creationId="{86C91C11-4729-3014-9DB3-AC8059C85536}"/>
          </ac:spMkLst>
        </pc:spChg>
      </pc:sldChg>
      <pc:sldChg chg="addSp delSp modSp new mod modClrScheme chgLayout">
        <pc:chgData name="Niko Kläsener" userId="b3580cb7-15ad-4c2f-be10-30939a475464" providerId="ADAL" clId="{36612FA6-6914-4267-9ADB-97F4291D668E}" dt="2026-06-21T14:20:21.248" v="2172" actId="20577"/>
        <pc:sldMkLst>
          <pc:docMk/>
          <pc:sldMk cId="1820629519" sldId="268"/>
        </pc:sldMkLst>
        <pc:spChg chg="mod ord">
          <ac:chgData name="Niko Kläsener" userId="b3580cb7-15ad-4c2f-be10-30939a475464" providerId="ADAL" clId="{36612FA6-6914-4267-9ADB-97F4291D668E}" dt="2026-06-21T14:07:26.271" v="1734" actId="700"/>
          <ac:spMkLst>
            <pc:docMk/>
            <pc:sldMk cId="1820629519" sldId="268"/>
            <ac:spMk id="2" creationId="{F9D8922C-F139-2635-23A2-E1682F48C7CF}"/>
          </ac:spMkLst>
        </pc:spChg>
        <pc:spChg chg="del mod ord">
          <ac:chgData name="Niko Kläsener" userId="b3580cb7-15ad-4c2f-be10-30939a475464" providerId="ADAL" clId="{36612FA6-6914-4267-9ADB-97F4291D668E}" dt="2026-06-21T14:07:26.271" v="1734" actId="700"/>
          <ac:spMkLst>
            <pc:docMk/>
            <pc:sldMk cId="1820629519" sldId="268"/>
            <ac:spMk id="3" creationId="{7354009A-F498-E81D-F2D3-5E359A2B6766}"/>
          </ac:spMkLst>
        </pc:spChg>
        <pc:spChg chg="mod ord">
          <ac:chgData name="Niko Kläsener" userId="b3580cb7-15ad-4c2f-be10-30939a475464" providerId="ADAL" clId="{36612FA6-6914-4267-9ADB-97F4291D668E}" dt="2026-06-21T14:07:26.271" v="1734" actId="700"/>
          <ac:spMkLst>
            <pc:docMk/>
            <pc:sldMk cId="1820629519" sldId="268"/>
            <ac:spMk id="4" creationId="{6F5E474E-4BFF-84E5-D4B8-3A17C8B468BF}"/>
          </ac:spMkLst>
        </pc:spChg>
        <pc:spChg chg="mod ord">
          <ac:chgData name="Niko Kläsener" userId="b3580cb7-15ad-4c2f-be10-30939a475464" providerId="ADAL" clId="{36612FA6-6914-4267-9ADB-97F4291D668E}" dt="2026-06-21T14:07:26.271" v="1734" actId="700"/>
          <ac:spMkLst>
            <pc:docMk/>
            <pc:sldMk cId="1820629519" sldId="268"/>
            <ac:spMk id="5" creationId="{9424D1F4-0CF5-19F0-91ED-BF0150B57DC0}"/>
          </ac:spMkLst>
        </pc:spChg>
        <pc:spChg chg="mod ord">
          <ac:chgData name="Niko Kläsener" userId="b3580cb7-15ad-4c2f-be10-30939a475464" providerId="ADAL" clId="{36612FA6-6914-4267-9ADB-97F4291D668E}" dt="2026-06-21T14:07:26.271" v="1734" actId="700"/>
          <ac:spMkLst>
            <pc:docMk/>
            <pc:sldMk cId="1820629519" sldId="268"/>
            <ac:spMk id="6" creationId="{DA108B1F-6875-7417-1127-D7C2D703F69C}"/>
          </ac:spMkLst>
        </pc:spChg>
        <pc:spChg chg="add mod ord">
          <ac:chgData name="Niko Kläsener" userId="b3580cb7-15ad-4c2f-be10-30939a475464" providerId="ADAL" clId="{36612FA6-6914-4267-9ADB-97F4291D668E}" dt="2026-06-21T14:08:09.955" v="1765" actId="20577"/>
          <ac:spMkLst>
            <pc:docMk/>
            <pc:sldMk cId="1820629519" sldId="268"/>
            <ac:spMk id="7" creationId="{DCDECE8F-E45D-D58C-86F5-3A38622EBC18}"/>
          </ac:spMkLst>
        </pc:spChg>
        <pc:spChg chg="add mod ord">
          <ac:chgData name="Niko Kläsener" userId="b3580cb7-15ad-4c2f-be10-30939a475464" providerId="ADAL" clId="{36612FA6-6914-4267-9ADB-97F4291D668E}" dt="2026-06-21T14:14:17.066" v="1917" actId="20577"/>
          <ac:spMkLst>
            <pc:docMk/>
            <pc:sldMk cId="1820629519" sldId="268"/>
            <ac:spMk id="8" creationId="{C80A4A1F-23F8-21DA-7B98-58E1B7AA06B2}"/>
          </ac:spMkLst>
        </pc:spChg>
        <pc:spChg chg="add mod ord">
          <ac:chgData name="Niko Kläsener" userId="b3580cb7-15ad-4c2f-be10-30939a475464" providerId="ADAL" clId="{36612FA6-6914-4267-9ADB-97F4291D668E}" dt="2026-06-21T14:16:03.870" v="1959" actId="20577"/>
          <ac:spMkLst>
            <pc:docMk/>
            <pc:sldMk cId="1820629519" sldId="268"/>
            <ac:spMk id="9" creationId="{F48C21F7-4F1F-A9CE-D706-AE55B1A6DC33}"/>
          </ac:spMkLst>
        </pc:spChg>
        <pc:spChg chg="add mod ord">
          <ac:chgData name="Niko Kläsener" userId="b3580cb7-15ad-4c2f-be10-30939a475464" providerId="ADAL" clId="{36612FA6-6914-4267-9ADB-97F4291D668E}" dt="2026-06-21T14:20:21.248" v="2172" actId="20577"/>
          <ac:spMkLst>
            <pc:docMk/>
            <pc:sldMk cId="1820629519" sldId="268"/>
            <ac:spMk id="10" creationId="{806CD854-4D48-D8EB-C77B-1219067A1A42}"/>
          </ac:spMkLst>
        </pc:spChg>
      </pc:sldChg>
      <pc:sldChg chg="new del">
        <pc:chgData name="Niko Kläsener" userId="b3580cb7-15ad-4c2f-be10-30939a475464" providerId="ADAL" clId="{36612FA6-6914-4267-9ADB-97F4291D668E}" dt="2026-06-21T13:59:58.858" v="1604" actId="47"/>
        <pc:sldMkLst>
          <pc:docMk/>
          <pc:sldMk cId="2200412688" sldId="268"/>
        </pc:sldMkLst>
      </pc:sldChg>
      <pc:sldChg chg="modSp new mod">
        <pc:chgData name="Niko Kläsener" userId="b3580cb7-15ad-4c2f-be10-30939a475464" providerId="ADAL" clId="{36612FA6-6914-4267-9ADB-97F4291D668E}" dt="2026-06-21T14:21:08.454" v="2204" actId="20577"/>
        <pc:sldMkLst>
          <pc:docMk/>
          <pc:sldMk cId="4209989287" sldId="269"/>
        </pc:sldMkLst>
        <pc:spChg chg="mod">
          <ac:chgData name="Niko Kläsener" userId="b3580cb7-15ad-4c2f-be10-30939a475464" providerId="ADAL" clId="{36612FA6-6914-4267-9ADB-97F4291D668E}" dt="2026-06-21T14:21:08.454" v="2204" actId="20577"/>
          <ac:spMkLst>
            <pc:docMk/>
            <pc:sldMk cId="4209989287" sldId="269"/>
            <ac:spMk id="2" creationId="{9988B2A7-DB4B-CC41-E4E2-5984756E1A4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B88B2D-3E06-4D7C-A936-365E30E787AF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3B04BC-11A1-436E-82D8-12006A6BF3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6412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E52D0B-552C-7472-C8DF-1569B9B52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26887-1428-3B7C-A0DB-41B52BE21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3A7C77-A575-4FD9-D1F8-53D0D68AA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4ABB4A-2E10-42F0-F1D7-558D6A036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A455FC7-1FCF-E3CF-C15A-D3B0F43C1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8013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71B6CB-109F-6F59-09AC-758E8CD7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273D295-45AE-1E7C-F50A-5669974E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66FBF9-A366-35BD-0D2B-096D1D225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769BA7-9F3B-533A-8982-B5061863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6E16AE-3095-B406-1407-7D1F1284D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2463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840AA9-7414-A8B5-0E57-8649633F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376F86C-D6B5-19A1-EACA-33C117627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946819-E807-4A05-8CCA-E78390A1C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452F2C-8482-883A-C16E-26D101C6E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D273C0-A350-FF95-A1E6-3760E175F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714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4279D8-6FEE-7226-19AA-3DEAD4AF7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26ABEB-6397-74A3-4F24-CCFFB25E42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9C063AE-F96A-EAD5-41AD-6412EB1C51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78DF2C-3E52-4606-666D-849C7159C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7447C86-CE6D-37D9-FDC5-FC5CE474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886A48-D4CC-3683-0B5D-87BB53BC9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4647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556BA4-562C-FC38-B845-710E079A7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744915-31C6-C53C-C34B-20169AF0C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FD31D62-E510-36EE-DE49-DB929D053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1DDA4ED-BA83-8C01-3881-F94AED607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D794491-2FDB-F4CF-E819-DF4ACFD23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818242D-A3F5-C6AD-1652-A2B21333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02E1605-4EF9-57B6-4DCE-712185681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E267C24-41BD-2C25-033F-97BB6846A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6279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279756-41EB-17ED-70BD-29DD6345F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31C07F5-048D-C2B2-9D3F-A12C2F356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EFCEDC-335A-0F63-155B-64AE313B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26F02F-06D4-5B05-E5CA-7A3BDFD00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5307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5936720-B54C-2F36-2DDD-A4618F630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9C29A7-149C-2827-6F2A-5BE0B55D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223F82-19B6-4108-48C4-168ED039D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1236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A2B435-4296-2BFC-0D52-2F87169B5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E35945-FD01-7367-39B3-8B796D257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960BE0A-F9AC-3C0F-97DD-9442DD0A2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8B6D00A-6519-250B-97B3-91490AE40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5B0FFE-D8AD-80B9-8D1D-D05FCBB0F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11B7D7-97DF-71DD-61A2-8BABFC77F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7507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E67AE3-89DB-4BF9-EC74-876C9C22D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02325FF-AB72-5FE0-8F23-D76A19FD34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C4905AF-429B-A898-11D8-ECA55DD57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F953F87-5892-1181-B96E-30F30DA4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5B4AC24-C295-6E22-92A7-B16D65E1F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DD1FCC8-B612-0D0B-C6B5-BD858B28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742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264D8C-E19C-3E69-25EC-EFC3D03AB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DE0BDB-6CA6-F2A5-8C62-30714E04D8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0BE7DB-1CC9-3F7E-0D85-0525F8063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31C15C-6B3D-76F3-F3C0-61DBA2C14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B7FC1F-FE05-16E6-2B42-1D764A72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8630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AB36AC7-B9B9-A01B-6721-32FC3AC14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FCBE66A-0CC8-BD51-4DB2-6B425267AB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A8A207-A11B-691D-9FA7-1191E3C7A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359AF7-85AC-BD85-83D7-B33AF734D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89E8C8-6F9B-3531-808C-C968C328F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5939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59D5354-F267-37F5-4238-9B93C8A43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53A2F9B-2C24-01D0-74B8-73A671B23D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BA0203-B6AA-88A0-62D3-C57446875F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65BE39-42B0-5E09-CF08-4C62DEFD0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2BA73D-DB39-81F8-86CA-2F7250EF7D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  <p:pic>
        <p:nvPicPr>
          <p:cNvPr id="7" name="Picture 2" descr="HSBI-Studie: Transparente Strukturen können Arbeitszufriedenheit in ...">
            <a:extLst>
              <a:ext uri="{FF2B5EF4-FFF2-40B4-BE49-F238E27FC236}">
                <a16:creationId xmlns:a16="http://schemas.microsoft.com/office/drawing/2014/main" id="{977994B9-1F11-E708-E538-297FC4B14F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1822" y="292535"/>
            <a:ext cx="2252356" cy="461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1999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25965-E8D2-89CA-ABA6-A83478AE8A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1193800"/>
            <a:ext cx="9144000" cy="2387600"/>
          </a:xfrm>
        </p:spPr>
        <p:txBody>
          <a:bodyPr/>
          <a:lstStyle/>
          <a:p>
            <a:r>
              <a:rPr lang="de-DE" dirty="0"/>
              <a:t>BMO-Projekt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F6AF82B-A7FA-77CF-693C-C1A5A5D417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93800"/>
            <a:ext cx="9144000" cy="1655762"/>
          </a:xfrm>
        </p:spPr>
        <p:txBody>
          <a:bodyPr>
            <a:normAutofit/>
          </a:bodyPr>
          <a:lstStyle/>
          <a:p>
            <a:r>
              <a:rPr lang="de-DE" sz="3600" dirty="0"/>
              <a:t>Ameisenalgorithmen und das Rucksackproblem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F996406-0D13-A890-5782-A69BCEC75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5792" y="2261893"/>
            <a:ext cx="7900416" cy="430931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333337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BE5F3B-E5A3-3B61-1565-BD3142A65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Ortsabhängiger Ant-Cycle Algorithmus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19ED52-81D0-EE21-5D00-FADC1EFF0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20.06.2026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86595D-937A-33F9-036F-70B78D29D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C58F452-653A-3F47-A4B5-8B41D2D4D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FFFFFA1-839C-5256-ECAD-B7BD134190CC}"/>
                  </a:ext>
                </a:extLst>
              </p:cNvPr>
              <p:cNvSpPr txBox="1"/>
              <p:nvPr/>
            </p:nvSpPr>
            <p:spPr>
              <a:xfrm>
                <a:off x="3360698" y="3590762"/>
                <a:ext cx="5523820" cy="15102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de-DE" sz="3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sup>
                          </m:sSup>
                          <m:r>
                            <a:rPr lang="de-DE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de-DE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3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3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𝜂</m:t>
                                      </m:r>
                                    </m:e>
                                    <m:sub>
                                      <m:r>
                                        <a:rPr lang="de-DE" sz="3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de-DE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3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𝑓𝑒𝑎𝑠𝑖𝑏𝑙𝑒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de-DE" sz="36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sup>
                              </m:sSup>
                              <m:r>
                                <a:rPr lang="de-DE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  <m:sSup>
                                <m:sSupPr>
                                  <m:ctrlPr>
                                    <a:rPr lang="de-DE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𝜂</m:t>
                                          </m:r>
                                        </m:e>
                                        <m:sub>
                                          <m:r>
                                            <a:rPr lang="de-DE" sz="36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de-DE" sz="3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FFFFFA1-839C-5256-ECAD-B7BD13419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0698" y="3590762"/>
                <a:ext cx="5523820" cy="15102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19961575-6AFB-32B8-2348-DBD4F184DBB4}"/>
              </a:ext>
            </a:extLst>
          </p:cNvPr>
          <p:cNvSpPr txBox="1"/>
          <p:nvPr/>
        </p:nvSpPr>
        <p:spPr>
          <a:xfrm>
            <a:off x="767675" y="4975351"/>
            <a:ext cx="3059748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2400" dirty="0"/>
              <a:t>Alle möglichen Items: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DE" sz="2400" dirty="0"/>
              <a:t>nicht im Rucksack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DE" sz="2400" dirty="0"/>
              <a:t>nicht zu groß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A54CDF6-3351-758F-A588-011EFB6B9A35}"/>
                  </a:ext>
                </a:extLst>
              </p:cNvPr>
              <p:cNvSpPr txBox="1"/>
              <p:nvPr/>
            </p:nvSpPr>
            <p:spPr>
              <a:xfrm>
                <a:off x="9339812" y="1456167"/>
                <a:ext cx="2185278" cy="200112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Heuristik: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40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A54CDF6-3351-758F-A588-011EFB6B9A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812" y="1456167"/>
                <a:ext cx="2185278" cy="2001125"/>
              </a:xfrm>
              <a:prstGeom prst="rect">
                <a:avLst/>
              </a:prstGeom>
              <a:blipFill>
                <a:blip r:embed="rId3"/>
                <a:stretch>
                  <a:fillRect l="-3867" t="-21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29845057-E4C4-88A1-B908-CA5BDDB698F6}"/>
              </a:ext>
            </a:extLst>
          </p:cNvPr>
          <p:cNvSpPr txBox="1"/>
          <p:nvPr/>
        </p:nvSpPr>
        <p:spPr>
          <a:xfrm>
            <a:off x="9339812" y="3717463"/>
            <a:ext cx="2683042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2400" dirty="0"/>
              <a:t>Sensitivität auf die </a:t>
            </a:r>
          </a:p>
          <a:p>
            <a:r>
              <a:rPr lang="de-DE" sz="2400" dirty="0"/>
              <a:t>Heuristik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23EE4F5-A6A2-155F-A93F-56A4DE25EEE3}"/>
              </a:ext>
            </a:extLst>
          </p:cNvPr>
          <p:cNvSpPr txBox="1"/>
          <p:nvPr/>
        </p:nvSpPr>
        <p:spPr>
          <a:xfrm>
            <a:off x="6362305" y="1445302"/>
            <a:ext cx="212030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sz="2400" dirty="0"/>
              <a:t>Sensitivität auf die </a:t>
            </a:r>
          </a:p>
          <a:p>
            <a:r>
              <a:rPr lang="de-DE" sz="2400" dirty="0"/>
              <a:t>Pheromone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5659A22-7EE9-CC22-104D-0660E7199673}"/>
                  </a:ext>
                </a:extLst>
              </p:cNvPr>
              <p:cNvSpPr txBox="1"/>
              <p:nvPr/>
            </p:nvSpPr>
            <p:spPr>
              <a:xfrm>
                <a:off x="29563" y="1445302"/>
                <a:ext cx="5788752" cy="14195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Pheromon Spur: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←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nor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𝑛𝑡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Total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num>
                                <m:den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limLow>
                                        <m:limLow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400">
                                              <a:latin typeface="Cambria Math" panose="02040503050406030204" pitchFamily="18" charset="0"/>
                                            </a:rPr>
                                            <m:t>max</m:t>
                                          </m:r>
                                        </m:e>
                                        <m:li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lim>
                                      </m:limLow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de-DE" sz="2400">
                                                  <a:latin typeface="Cambria Math" panose="02040503050406030204" pitchFamily="18" charset="0"/>
                                                </a:rPr>
                                                <m:t>Total</m:t>
                                              </m:r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de-DE" sz="2400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func>
                                </m:den>
                              </m:f>
                            </m:e>
                          </m:nary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∗(1−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5659A22-7EE9-CC22-104D-0660E7199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3" y="1445302"/>
                <a:ext cx="5788752" cy="1419556"/>
              </a:xfrm>
              <a:prstGeom prst="rect">
                <a:avLst/>
              </a:prstGeom>
              <a:blipFill>
                <a:blip r:embed="rId4"/>
                <a:stretch>
                  <a:fillRect l="-1576" t="-296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6E4554E-DAAE-B8D8-AFED-BA22F8B5444E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2923939" y="2864858"/>
            <a:ext cx="2514836" cy="878593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69D6CD46-F63F-203D-ABDD-104B339997F8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6295973" y="2645631"/>
            <a:ext cx="1126487" cy="945131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5D91414E-35BD-1363-1B17-393D9AB5AC9C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7207253" y="2456730"/>
            <a:ext cx="2132559" cy="1197548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A8896518-98DA-6501-43C1-2E1B5EFCB011}"/>
              </a:ext>
            </a:extLst>
          </p:cNvPr>
          <p:cNvCxnSpPr>
            <a:cxnSpLocks/>
          </p:cNvCxnSpPr>
          <p:nvPr/>
        </p:nvCxnSpPr>
        <p:spPr>
          <a:xfrm flipH="1" flipV="1">
            <a:off x="7820025" y="3787748"/>
            <a:ext cx="1609725" cy="248162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41621D5B-CC08-0B9B-E191-7914E0D93081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3827423" y="5100984"/>
            <a:ext cx="1763752" cy="474532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630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1B614C-40F6-C498-5107-17FB1AFB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Problem-Generator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B3D164-0EB1-FB4B-1102-8F2A17C66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98CC8F-4127-E6BF-ED03-887761699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AAA3CA-DAD6-5E1C-AD47-006922CFB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3</a:t>
            </a:fld>
            <a:endParaRPr lang="de-DE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FACAB858-83F7-44BF-B251-E7805A2A16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5275" y="1390650"/>
            <a:ext cx="8086725" cy="450546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984959B-3B96-707C-C5CF-921F9260BFDE}"/>
              </a:ext>
            </a:extLst>
          </p:cNvPr>
          <p:cNvSpPr txBox="1"/>
          <p:nvPr/>
        </p:nvSpPr>
        <p:spPr>
          <a:xfrm>
            <a:off x="933450" y="2136338"/>
            <a:ext cx="28384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Exponentielle Problemstruktur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Verführung durch hohe Effizienz (Kleinstgegenstände)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Extrem hoher Selektionsdruck</a:t>
            </a:r>
            <a:r>
              <a:rPr lang="de-DE" dirty="0"/>
              <a:t> </a:t>
            </a:r>
            <a:br>
              <a:rPr lang="de-DE" dirty="0"/>
            </a:br>
            <a:r>
              <a:rPr lang="de-DE" b="1" dirty="0"/>
              <a:t>(Winzige Effizienzunterschiede)</a:t>
            </a:r>
          </a:p>
        </p:txBody>
      </p:sp>
    </p:spTree>
    <p:extLst>
      <p:ext uri="{BB962C8B-B14F-4D97-AF65-F5344CB8AC3E}">
        <p14:creationId xmlns:p14="http://schemas.microsoft.com/office/powerpoint/2010/main" val="1562465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4E426-77E3-D9B2-5685-3FEAC25A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Nutzwertvergleich Hard-Problem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4DAC7E66-EB2C-45E1-5D4F-7CAE9DCE44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47850"/>
            <a:ext cx="6834718" cy="435133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D0D370-05E6-ED99-91A0-C31BE3C76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5A90F7-118B-2BCF-4C7E-E756DF23D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2096C79-41ED-F127-04E6-1D1CB2E4D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4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3B229CE-C208-3B6E-0937-5F9A9A7AA444}"/>
              </a:ext>
            </a:extLst>
          </p:cNvPr>
          <p:cNvSpPr txBox="1"/>
          <p:nvPr/>
        </p:nvSpPr>
        <p:spPr>
          <a:xfrm>
            <a:off x="8153400" y="2606109"/>
            <a:ext cx="29908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Hard-Problem: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800 Items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1.000.000 Kapazität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14 Gruppen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FF04FC2-856E-1509-998A-C8DF92BD91DF}"/>
              </a:ext>
            </a:extLst>
          </p:cNvPr>
          <p:cNvSpPr txBox="1"/>
          <p:nvPr/>
        </p:nvSpPr>
        <p:spPr>
          <a:xfrm>
            <a:off x="8153400" y="4240600"/>
            <a:ext cx="34099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Ergebnis: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Beste: 	99,91%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Mittlere: 	99,76%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Schlechteste:	99,61%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9084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691F-89F8-9257-7DFE-81993F064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46B6E2-F0CF-300A-B970-C7A9A45AB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Pheromonspur</a:t>
            </a:r>
            <a:r>
              <a:rPr lang="de-DE" dirty="0"/>
              <a:t> Hard-Problem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A712138D-C74F-6410-9202-AD79ED5D37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47850"/>
            <a:ext cx="6834718" cy="435133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CB6DE3-71E5-AD25-8856-D7436362A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F510ED-BBA5-8623-B450-6B31E6787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17FD82-72F2-654A-06E1-930DE87D5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5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AC82BD4-2A43-8BFA-68CA-8A66C04C309B}"/>
              </a:ext>
            </a:extLst>
          </p:cNvPr>
          <p:cNvSpPr txBox="1"/>
          <p:nvPr/>
        </p:nvSpPr>
        <p:spPr>
          <a:xfrm>
            <a:off x="8153400" y="2606109"/>
            <a:ext cx="3200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Beste: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Fokussiert auf die Kleinstgegenstände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hohes Stagnationsrisiko</a:t>
            </a:r>
          </a:p>
          <a:p>
            <a:endParaRPr lang="de-DE" b="1" dirty="0"/>
          </a:p>
          <a:p>
            <a:r>
              <a:rPr lang="de-DE" b="1" dirty="0"/>
              <a:t>Schlechteste: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 mehr Exploration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dirty="0"/>
              <a:t> </a:t>
            </a:r>
            <a:r>
              <a:rPr lang="de-DE" b="1" dirty="0"/>
              <a:t>stabileres Suchverhalten</a:t>
            </a:r>
          </a:p>
        </p:txBody>
      </p:sp>
    </p:spTree>
    <p:extLst>
      <p:ext uri="{BB962C8B-B14F-4D97-AF65-F5344CB8AC3E}">
        <p14:creationId xmlns:p14="http://schemas.microsoft.com/office/powerpoint/2010/main" val="1467630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86CDD5-F3A8-1E49-03B4-ABAC4E696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Item-Auswahl Hard-Problem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CCD849A5-AE97-5B6A-16ED-2BC4C72CF5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9100" y="1825625"/>
            <a:ext cx="10073799" cy="435133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50407AF-A5BD-50CE-FDF3-BF40706A4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11A53B-319E-FD54-9E3B-908627BD4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1E8DB6-4C98-C632-D75C-05F38D93E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7536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433D2-17BA-BB4F-88B0-0F9E964E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Haupteffekt und Wechselwirkung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B328A8BF-6F71-6DE1-E847-0E993C07174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117449"/>
            <a:ext cx="5181600" cy="3767689"/>
          </a:xfrm>
          <a:prstGeom prst="rect">
            <a:avLst/>
          </a:prstGeom>
        </p:spPr>
      </p:pic>
      <p:pic>
        <p:nvPicPr>
          <p:cNvPr id="13" name="Inhaltsplatzhalter 12">
            <a:extLst>
              <a:ext uri="{FF2B5EF4-FFF2-40B4-BE49-F238E27FC236}">
                <a16:creationId xmlns:a16="http://schemas.microsoft.com/office/drawing/2014/main" id="{60767B9F-4700-514B-860F-8A88677FBA1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58667" y="1825625"/>
            <a:ext cx="4608666" cy="4351338"/>
          </a:xfrm>
          <a:prstGeom prst="rect">
            <a:avLst/>
          </a:prstGeom>
        </p:spPr>
      </p:pic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9DDB7FE-35AB-EF95-B844-395AC8BC3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E9CE6C-8D9D-6C84-AF97-59F2D4CA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4D53141-76EE-66A9-336D-DEC63BE99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0380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7119-24B6-D2DB-BA16-FF8B68E1F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19303A-6C64-B42A-B22E-C575DA323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Nutzwertvergleich Easy-Problem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8BBCFB51-2DA5-DE7E-6860-BB3D133BB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47850"/>
            <a:ext cx="6834718" cy="435133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C46C0A-FD65-91E8-4591-86D903638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68C919-4434-1C73-54A5-22FB209F8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05844F-A241-D7B3-B734-DE4A1EE4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8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281457-D136-1A63-F2D7-B4801B290DB8}"/>
              </a:ext>
            </a:extLst>
          </p:cNvPr>
          <p:cNvSpPr txBox="1"/>
          <p:nvPr/>
        </p:nvSpPr>
        <p:spPr>
          <a:xfrm>
            <a:off x="8153400" y="2606109"/>
            <a:ext cx="29908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Easy-Problem: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400 Items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1.000.000 Kapazität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4 Gruppen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5B4E1EB-B5BB-3FBA-04AE-035423E7056E}"/>
              </a:ext>
            </a:extLst>
          </p:cNvPr>
          <p:cNvSpPr txBox="1"/>
          <p:nvPr/>
        </p:nvSpPr>
        <p:spPr>
          <a:xfrm>
            <a:off x="8153400" y="4240600"/>
            <a:ext cx="34099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Ergebnis: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Beste: 	99,91%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Mittlere: 	99,96%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b="1" dirty="0"/>
              <a:t>Schlechteste:	99,66%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479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030AB-786E-C531-12A7-749F70850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874A7A65-C7F4-F6C9-5AE4-858DEE4E2960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/>
            <p:txBody>
              <a:bodyPr/>
              <a:lstStyle/>
              <a:p>
                <a:r>
                  <a:rPr lang="de-DE" dirty="0"/>
                  <a:t>Einfluss vom Großen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874A7A65-C7F4-F6C9-5AE4-858DEE4E29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blipFill>
                <a:blip r:embed="rId2"/>
                <a:stretch>
                  <a:fillRect l="-1882" b="-1777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7CF4302-EE10-DEB8-57DC-0DE63F78045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Ermöglicht Selektion zwischen Gegenständen mit minimalen unterschieden (z.B. 1 und 0,999)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dirty="0"/>
              <a:t>Verlust der Selektion Fähigkeit bei allgemein schlechteren Gegenständen (z.B. 0,1 und 0,0999)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dirty="0"/>
              <a:t>Fokussierung auf Gegenständen mit hoher Attraktivität </a:t>
            </a:r>
          </a:p>
          <a:p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B894B29-7047-1ACA-3353-24BCA1F29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981A085-1E07-22DC-7050-E4D89C38B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6C91C11-4729-3014-9DB3-AC8059C85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9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05D5584-C5F5-B21E-C1D6-CE5472F6A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Haupterkenntnis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9979646-04D1-7A25-F6AA-E780620BB2C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DE" dirty="0"/>
              <a:t>Differenz zwischen der besten und schlechtesten Konfiguration 0,3% beim Hard-Problem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dirty="0"/>
              <a:t>Beim Easy Problem Stagnation der besten Konfiguration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dirty="0"/>
              <a:t>Schlechteste Konfiguration zeigt allgemein das beste und stabilste Suchverhalten </a:t>
            </a:r>
          </a:p>
          <a:p>
            <a:pPr>
              <a:buFont typeface="Wingdings" panose="05000000000000000000" pitchFamily="2" charset="2"/>
              <a:buChar char="§"/>
            </a:pPr>
            <a:endParaRPr lang="de-DE" b="0" dirty="0">
              <a:ea typeface="Cambria Math" panose="02040503050406030204" pitchFamily="18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94890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D8922C-F139-2635-23A2-E1682F48C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Parameter-Leitfaden für die Praxis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platzhalter 6">
                <a:extLst>
                  <a:ext uri="{FF2B5EF4-FFF2-40B4-BE49-F238E27FC236}">
                    <a16:creationId xmlns:a16="http://schemas.microsoft.com/office/drawing/2014/main" id="{DCDECE8F-E45D-D58C-86F5-3A38622EBC1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de-DE" dirty="0">
                    <a:ea typeface="Cambria Math" panose="02040503050406030204" pitchFamily="18" charset="0"/>
                  </a:rPr>
                  <a:t>Wahl von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de-DE" dirty="0"/>
                  <a:t> und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7" name="Textplatzhalter 6">
                <a:extLst>
                  <a:ext uri="{FF2B5EF4-FFF2-40B4-BE49-F238E27FC236}">
                    <a16:creationId xmlns:a16="http://schemas.microsoft.com/office/drawing/2014/main" id="{DCDECE8F-E45D-D58C-86F5-3A38622EBC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1891" b="-1777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C80A4A1F-23F8-21DA-7B98-58E1B7AA06B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de-DE" dirty="0"/>
                  <a:t> Bereiche [1 bis 2]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de-DE" dirty="0"/>
                  <a:t>Groß </a:t>
                </a:r>
                <a:r>
                  <a:rPr lang="de-DE" dirty="0">
                    <a:cs typeface="Courier New" panose="02070309020205020404" pitchFamily="49" charset="0"/>
                  </a:rPr>
                  <a:t>→ </a:t>
                </a:r>
                <a:r>
                  <a:rPr lang="de-DE" dirty="0"/>
                  <a:t>Schnelle Konvergenz (einfache Probleme)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de-DE" dirty="0"/>
                  <a:t>Klein </a:t>
                </a:r>
                <a:r>
                  <a:rPr lang="de-DE" dirty="0">
                    <a:cs typeface="Courier New" panose="02070309020205020404" pitchFamily="49" charset="0"/>
                  </a:rPr>
                  <a:t>→ </a:t>
                </a:r>
                <a:r>
                  <a:rPr lang="de-DE" dirty="0"/>
                  <a:t>mehr Exploration (komplexer Probleme)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de-DE" dirty="0"/>
                  <a:t> Bereiche [2 bis 5]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de-DE" dirty="0"/>
                  <a:t>Groß </a:t>
                </a:r>
                <a:r>
                  <a:rPr lang="de-DE" dirty="0">
                    <a:cs typeface="Courier New" panose="02070309020205020404" pitchFamily="49" charset="0"/>
                  </a:rPr>
                  <a:t>→  </a:t>
                </a:r>
                <a:r>
                  <a:rPr lang="de-DE" dirty="0"/>
                  <a:t>Hoher Selektionsdruck (kleine Effizienzunterschieden)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de-DE" dirty="0"/>
                  <a:t>Klein </a:t>
                </a:r>
                <a:r>
                  <a:rPr lang="de-DE" dirty="0">
                    <a:cs typeface="Courier New" panose="02070309020205020404" pitchFamily="49" charset="0"/>
                  </a:rPr>
                  <a:t>→</a:t>
                </a:r>
                <a:r>
                  <a:rPr lang="de-DE" dirty="0"/>
                  <a:t> mehr Exploration</a:t>
                </a:r>
              </a:p>
            </p:txBody>
          </p:sp>
        </mc:Choice>
        <mc:Fallback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C80A4A1F-23F8-21DA-7B98-58E1B7AA06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t="-2980" b="-16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48C21F7-4F1F-A9CE-D706-AE55B1A6DC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Wahl von Gruppengröße und Verdunstungsrate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06CD854-4D48-D8EB-C77B-1219067A1A4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de-DE" dirty="0"/>
              <a:t>Gruppengröße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de-DE" dirty="0"/>
              <a:t>Große Gruppen bringen </a:t>
            </a:r>
            <a:r>
              <a:rPr lang="de-DE" dirty="0">
                <a:cs typeface="Courier New" panose="02070309020205020404" pitchFamily="49" charset="0"/>
              </a:rPr>
              <a:t>mehr Varianz pro Iteration aber Rechenintensiver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dirty="0"/>
              <a:t>Verdunstungsrate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de-DE" dirty="0">
                <a:cs typeface="Courier New" panose="02070309020205020404" pitchFamily="49" charset="0"/>
              </a:rPr>
              <a:t>Groß → mehr Exploration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de-DE" dirty="0">
                <a:cs typeface="Courier New" panose="02070309020205020404" pitchFamily="49" charset="0"/>
              </a:rPr>
              <a:t>Klein → schnellere Konvergenz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5E474E-4BFF-84E5-D4B8-3A17C8B4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24D1F4-0CF5-19F0-91ED-BF0150B57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A108B1F-6875-7417-1127-D7C2D703F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0629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88B2A7-DB4B-CC41-E4E2-5984756E1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Danke für eure Aufmerksamkeit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F32734D-9E88-F3F9-5F07-603128EBE5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9989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E6B33A8F-E786-4200-A41A-D4EFF1813AEB}" vid="{672231EF-5C09-49BC-92FD-42C4C88DC85B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HSBI Powerpoint Vorlage</Template>
  <TotalTime>0</TotalTime>
  <Words>328</Words>
  <Application>Microsoft Office PowerPoint</Application>
  <PresentationFormat>Breitbild</PresentationFormat>
  <Paragraphs>98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Courier New</vt:lpstr>
      <vt:lpstr>Wingdings</vt:lpstr>
      <vt:lpstr>Office</vt:lpstr>
      <vt:lpstr>BMO-Projekt</vt:lpstr>
      <vt:lpstr>Ortsabhängiger Ant-Cycle Algorithmus</vt:lpstr>
      <vt:lpstr>Problem-Generator</vt:lpstr>
      <vt:lpstr>Nutzwertvergleich Hard-Problem</vt:lpstr>
      <vt:lpstr>Pheromonspur Hard-Problem</vt:lpstr>
      <vt:lpstr>Item-Auswahl Hard-Problem</vt:lpstr>
      <vt:lpstr>Haupteffekt und Wechselwirkung</vt:lpstr>
      <vt:lpstr>Nutzwertvergleich Easy-Problem</vt:lpstr>
      <vt:lpstr>Fazit</vt:lpstr>
      <vt:lpstr>Parameter-Leitfaden für die Praxis</vt:lpstr>
      <vt:lpstr>Danke für eure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Niko Kläsener</dc:creator>
  <cp:lastModifiedBy>Niko Kläsener</cp:lastModifiedBy>
  <cp:revision>1</cp:revision>
  <dcterms:created xsi:type="dcterms:W3CDTF">2026-06-19T04:59:40Z</dcterms:created>
  <dcterms:modified xsi:type="dcterms:W3CDTF">2026-06-21T14:21:19Z</dcterms:modified>
</cp:coreProperties>
</file>