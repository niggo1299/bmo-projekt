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7" r:id="rId1"/>
  </p:sldMasterIdLst>
  <p:notesMasterIdLst>
    <p:notesMasterId r:id="rId14"/>
  </p:notesMasterIdLst>
  <p:sldIdLst>
    <p:sldId id="256" r:id="rId2"/>
    <p:sldId id="270" r:id="rId3"/>
    <p:sldId id="257" r:id="rId4"/>
    <p:sldId id="258" r:id="rId5"/>
    <p:sldId id="261" r:id="rId6"/>
    <p:sldId id="266" r:id="rId7"/>
    <p:sldId id="263" r:id="rId8"/>
    <p:sldId id="260" r:id="rId9"/>
    <p:sldId id="265" r:id="rId10"/>
    <p:sldId id="267" r:id="rId11"/>
    <p:sldId id="268" r:id="rId12"/>
    <p:sldId id="269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CBDACE-3A84-4186-B9A6-AE47CA0CDA88}" v="422" dt="2026-06-21T16:16:00.4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ko Kläsener" userId="b3580cb7-15ad-4c2f-be10-30939a475464" providerId="ADAL" clId="{36612FA6-6914-4267-9ADB-97F4291D668E}"/>
    <pc:docChg chg="undo custSel addSld delSld modSld sldOrd">
      <pc:chgData name="Niko Kläsener" userId="b3580cb7-15ad-4c2f-be10-30939a475464" providerId="ADAL" clId="{36612FA6-6914-4267-9ADB-97F4291D668E}" dt="2026-06-21T16:16:35.966" v="2873" actId="20577"/>
      <pc:docMkLst>
        <pc:docMk/>
      </pc:docMkLst>
      <pc:sldChg chg="addSp delSp modSp mod setBg addAnim delAnim setClrOvrMap">
        <pc:chgData name="Niko Kläsener" userId="b3580cb7-15ad-4c2f-be10-30939a475464" providerId="ADAL" clId="{36612FA6-6914-4267-9ADB-97F4291D668E}" dt="2026-06-20T10:23:12.042" v="514" actId="1440"/>
        <pc:sldMkLst>
          <pc:docMk/>
          <pc:sldMk cId="1333337614" sldId="256"/>
        </pc:sldMkLst>
        <pc:spChg chg="mod">
          <ac:chgData name="Niko Kläsener" userId="b3580cb7-15ad-4c2f-be10-30939a475464" providerId="ADAL" clId="{36612FA6-6914-4267-9ADB-97F4291D668E}" dt="2026-06-20T09:46:29.885" v="345" actId="1076"/>
          <ac:spMkLst>
            <pc:docMk/>
            <pc:sldMk cId="1333337614" sldId="256"/>
            <ac:spMk id="2" creationId="{A2E25965-E8D2-89CA-ABA6-A83478AE8A33}"/>
          </ac:spMkLst>
        </pc:spChg>
        <pc:spChg chg="mod">
          <ac:chgData name="Niko Kläsener" userId="b3580cb7-15ad-4c2f-be10-30939a475464" providerId="ADAL" clId="{36612FA6-6914-4267-9ADB-97F4291D668E}" dt="2026-06-20T09:46:35.881" v="346" actId="1076"/>
          <ac:spMkLst>
            <pc:docMk/>
            <pc:sldMk cId="1333337614" sldId="256"/>
            <ac:spMk id="3" creationId="{DF6AF82B-A7FA-77CF-693C-C1A5A5D417A0}"/>
          </ac:spMkLst>
        </pc:spChg>
        <pc:spChg chg="add del">
          <ac:chgData name="Niko Kläsener" userId="b3580cb7-15ad-4c2f-be10-30939a475464" providerId="ADAL" clId="{36612FA6-6914-4267-9ADB-97F4291D668E}" dt="2026-06-20T09:43:31.554" v="323" actId="26606"/>
          <ac:spMkLst>
            <pc:docMk/>
            <pc:sldMk cId="1333337614" sldId="256"/>
            <ac:spMk id="10" creationId="{71B2258F-86CA-4D4D-8270-BC05FCDEBFB3}"/>
          </ac:spMkLst>
        </pc:spChg>
        <pc:spChg chg="add del">
          <ac:chgData name="Niko Kläsener" userId="b3580cb7-15ad-4c2f-be10-30939a475464" providerId="ADAL" clId="{36612FA6-6914-4267-9ADB-97F4291D668E}" dt="2026-06-20T09:43:48.901" v="327" actId="26606"/>
          <ac:spMkLst>
            <pc:docMk/>
            <pc:sldMk cId="1333337614" sldId="256"/>
            <ac:spMk id="12" creationId="{007891EC-4501-44ED-A8C8-B11B6DB767AB}"/>
          </ac:spMkLst>
        </pc:spChg>
        <pc:spChg chg="add del">
          <ac:chgData name="Niko Kläsener" userId="b3580cb7-15ad-4c2f-be10-30939a475464" providerId="ADAL" clId="{36612FA6-6914-4267-9ADB-97F4291D668E}" dt="2026-06-20T09:43:48.901" v="327" actId="26606"/>
          <ac:spMkLst>
            <pc:docMk/>
            <pc:sldMk cId="1333337614" sldId="256"/>
            <ac:spMk id="13" creationId="{C1DD1A8A-57D5-4A81-AD04-532B043C5611}"/>
          </ac:spMkLst>
        </pc:spChg>
        <pc:picChg chg="add del mod ord">
          <ac:chgData name="Niko Kläsener" userId="b3580cb7-15ad-4c2f-be10-30939a475464" providerId="ADAL" clId="{36612FA6-6914-4267-9ADB-97F4291D668E}" dt="2026-06-20T09:43:49.440" v="328" actId="931"/>
          <ac:picMkLst>
            <pc:docMk/>
            <pc:sldMk cId="1333337614" sldId="256"/>
            <ac:picMk id="5" creationId="{6DEA7C07-2F1C-5460-830D-39A2B5D15147}"/>
          </ac:picMkLst>
        </pc:picChg>
        <pc:picChg chg="add mod">
          <ac:chgData name="Niko Kläsener" userId="b3580cb7-15ad-4c2f-be10-30939a475464" providerId="ADAL" clId="{36612FA6-6914-4267-9ADB-97F4291D668E}" dt="2026-06-20T10:23:12.042" v="514" actId="1440"/>
          <ac:picMkLst>
            <pc:docMk/>
            <pc:sldMk cId="1333337614" sldId="256"/>
            <ac:picMk id="7" creationId="{4F996406-0D13-A890-5782-A69BCEC750CC}"/>
          </ac:picMkLst>
        </pc:picChg>
      </pc:sldChg>
      <pc:sldChg chg="addSp modSp mod">
        <pc:chgData name="Niko Kläsener" userId="b3580cb7-15ad-4c2f-be10-30939a475464" providerId="ADAL" clId="{36612FA6-6914-4267-9ADB-97F4291D668E}" dt="2026-06-21T16:04:02.732" v="2682" actId="14100"/>
        <pc:sldMkLst>
          <pc:docMk/>
          <pc:sldMk cId="313630166" sldId="257"/>
        </pc:sldMkLst>
        <pc:spChg chg="mod">
          <ac:chgData name="Niko Kläsener" userId="b3580cb7-15ad-4c2f-be10-30939a475464" providerId="ADAL" clId="{36612FA6-6914-4267-9ADB-97F4291D668E}" dt="2026-06-21T15:00:19.956" v="2206"/>
          <ac:spMkLst>
            <pc:docMk/>
            <pc:sldMk cId="313630166" sldId="257"/>
            <ac:spMk id="2" creationId="{24BE5F3B-E5A3-3B61-1565-BD3142A65EE2}"/>
          </ac:spMkLst>
        </pc:spChg>
        <pc:spChg chg="mod">
          <ac:chgData name="Niko Kläsener" userId="b3580cb7-15ad-4c2f-be10-30939a475464" providerId="ADAL" clId="{36612FA6-6914-4267-9ADB-97F4291D668E}" dt="2026-06-20T11:06:40.427" v="522" actId="20577"/>
          <ac:spMkLst>
            <pc:docMk/>
            <pc:sldMk cId="313630166" sldId="257"/>
            <ac:spMk id="4" creationId="{1419ED52-81D0-EE21-5D00-FADC1EFF0FD8}"/>
          </ac:spMkLst>
        </pc:spChg>
        <pc:spChg chg="mod">
          <ac:chgData name="Niko Kläsener" userId="b3580cb7-15ad-4c2f-be10-30939a475464" providerId="ADAL" clId="{36612FA6-6914-4267-9ADB-97F4291D668E}" dt="2026-06-21T15:03:27.645" v="2233" actId="1076"/>
          <ac:spMkLst>
            <pc:docMk/>
            <pc:sldMk cId="313630166" sldId="257"/>
            <ac:spMk id="7" creationId="{2FFFFFA1-839C-5256-ECAD-B7BD134190CC}"/>
          </ac:spMkLst>
        </pc:spChg>
        <pc:spChg chg="mod">
          <ac:chgData name="Niko Kläsener" userId="b3580cb7-15ad-4c2f-be10-30939a475464" providerId="ADAL" clId="{36612FA6-6914-4267-9ADB-97F4291D668E}" dt="2026-06-21T15:03:19.769" v="2232" actId="1076"/>
          <ac:spMkLst>
            <pc:docMk/>
            <pc:sldMk cId="313630166" sldId="257"/>
            <ac:spMk id="8" creationId="{19961575-6AFB-32B8-2348-DBD4F184DBB4}"/>
          </ac:spMkLst>
        </pc:spChg>
        <pc:spChg chg="mod">
          <ac:chgData name="Niko Kläsener" userId="b3580cb7-15ad-4c2f-be10-30939a475464" providerId="ADAL" clId="{36612FA6-6914-4267-9ADB-97F4291D668E}" dt="2026-06-19T12:40:35.373" v="253" actId="1076"/>
          <ac:spMkLst>
            <pc:docMk/>
            <pc:sldMk cId="313630166" sldId="257"/>
            <ac:spMk id="9" creationId="{EA54CDF6-3351-758F-A588-011EFB6B9A35}"/>
          </ac:spMkLst>
        </pc:spChg>
        <pc:spChg chg="mod">
          <ac:chgData name="Niko Kläsener" userId="b3580cb7-15ad-4c2f-be10-30939a475464" providerId="ADAL" clId="{36612FA6-6914-4267-9ADB-97F4291D668E}" dt="2026-06-21T16:03:55.384" v="2681" actId="20577"/>
          <ac:spMkLst>
            <pc:docMk/>
            <pc:sldMk cId="313630166" sldId="257"/>
            <ac:spMk id="10" creationId="{29845057-E4C4-88A1-B908-CA5BDDB698F6}"/>
          </ac:spMkLst>
        </pc:spChg>
        <pc:spChg chg="mod">
          <ac:chgData name="Niko Kläsener" userId="b3580cb7-15ad-4c2f-be10-30939a475464" providerId="ADAL" clId="{36612FA6-6914-4267-9ADB-97F4291D668E}" dt="2026-06-21T16:03:31.357" v="2673" actId="20577"/>
          <ac:spMkLst>
            <pc:docMk/>
            <pc:sldMk cId="313630166" sldId="257"/>
            <ac:spMk id="12" creationId="{523EE4F5-A6A2-155F-A93F-56A4DE25EEE3}"/>
          </ac:spMkLst>
        </pc:spChg>
        <pc:spChg chg="mod">
          <ac:chgData name="Niko Kläsener" userId="b3580cb7-15ad-4c2f-be10-30939a475464" providerId="ADAL" clId="{36612FA6-6914-4267-9ADB-97F4291D668E}" dt="2026-06-21T15:59:53.849" v="2644" actId="20577"/>
          <ac:spMkLst>
            <pc:docMk/>
            <pc:sldMk cId="313630166" sldId="257"/>
            <ac:spMk id="13" creationId="{E5659A22-7EE9-CC22-104D-0660E7199673}"/>
          </ac:spMkLst>
        </pc:spChg>
        <pc:cxnChg chg="add mod">
          <ac:chgData name="Niko Kläsener" userId="b3580cb7-15ad-4c2f-be10-30939a475464" providerId="ADAL" clId="{36612FA6-6914-4267-9ADB-97F4291D668E}" dt="2026-06-21T15:59:45.896" v="2641" actId="21"/>
          <ac:cxnSpMkLst>
            <pc:docMk/>
            <pc:sldMk cId="313630166" sldId="257"/>
            <ac:cxnSpMk id="11" creationId="{96E4554E-DAAE-B8D8-AFED-BA22F8B5444E}"/>
          </ac:cxnSpMkLst>
        </pc:cxnChg>
        <pc:cxnChg chg="add mod">
          <ac:chgData name="Niko Kläsener" userId="b3580cb7-15ad-4c2f-be10-30939a475464" providerId="ADAL" clId="{36612FA6-6914-4267-9ADB-97F4291D668E}" dt="2026-06-21T16:03:27.821" v="2672" actId="14100"/>
          <ac:cxnSpMkLst>
            <pc:docMk/>
            <pc:sldMk cId="313630166" sldId="257"/>
            <ac:cxnSpMk id="15" creationId="{69D6CD46-F63F-203D-ABDD-104B339997F8}"/>
          </ac:cxnSpMkLst>
        </pc:cxnChg>
        <pc:cxnChg chg="add mod">
          <ac:chgData name="Niko Kläsener" userId="b3580cb7-15ad-4c2f-be10-30939a475464" providerId="ADAL" clId="{36612FA6-6914-4267-9ADB-97F4291D668E}" dt="2026-06-21T15:03:57.037" v="2240" actId="14100"/>
          <ac:cxnSpMkLst>
            <pc:docMk/>
            <pc:sldMk cId="313630166" sldId="257"/>
            <ac:cxnSpMk id="17" creationId="{5D91414E-35BD-1363-1B17-393D9AB5AC9C}"/>
          </ac:cxnSpMkLst>
        </pc:cxnChg>
        <pc:cxnChg chg="add mod">
          <ac:chgData name="Niko Kläsener" userId="b3580cb7-15ad-4c2f-be10-30939a475464" providerId="ADAL" clId="{36612FA6-6914-4267-9ADB-97F4291D668E}" dt="2026-06-21T16:04:02.732" v="2682" actId="14100"/>
          <ac:cxnSpMkLst>
            <pc:docMk/>
            <pc:sldMk cId="313630166" sldId="257"/>
            <ac:cxnSpMk id="19" creationId="{A8896518-98DA-6501-43C1-2E1B5EFCB011}"/>
          </ac:cxnSpMkLst>
        </pc:cxnChg>
        <pc:cxnChg chg="add mod">
          <ac:chgData name="Niko Kläsener" userId="b3580cb7-15ad-4c2f-be10-30939a475464" providerId="ADAL" clId="{36612FA6-6914-4267-9ADB-97F4291D668E}" dt="2026-06-21T15:03:34.695" v="2235" actId="14100"/>
          <ac:cxnSpMkLst>
            <pc:docMk/>
            <pc:sldMk cId="313630166" sldId="257"/>
            <ac:cxnSpMk id="21" creationId="{41621D5B-CC08-0B9B-E191-7914E0D93081}"/>
          </ac:cxnSpMkLst>
        </pc:cxnChg>
      </pc:sldChg>
      <pc:sldChg chg="addSp delSp modSp mod">
        <pc:chgData name="Niko Kläsener" userId="b3580cb7-15ad-4c2f-be10-30939a475464" providerId="ADAL" clId="{36612FA6-6914-4267-9ADB-97F4291D668E}" dt="2026-06-21T15:09:53.227" v="2298" actId="1076"/>
        <pc:sldMkLst>
          <pc:docMk/>
          <pc:sldMk cId="1562465697" sldId="258"/>
        </pc:sldMkLst>
        <pc:spChg chg="mod">
          <ac:chgData name="Niko Kläsener" userId="b3580cb7-15ad-4c2f-be10-30939a475464" providerId="ADAL" clId="{36612FA6-6914-4267-9ADB-97F4291D668E}" dt="2026-06-21T14:02:31.331" v="1681" actId="20577"/>
          <ac:spMkLst>
            <pc:docMk/>
            <pc:sldMk cId="1562465697" sldId="258"/>
            <ac:spMk id="2" creationId="{211B614C-40F6-C498-5107-17FB1AFB2B8A}"/>
          </ac:spMkLst>
        </pc:spChg>
        <pc:spChg chg="add mod">
          <ac:chgData name="Niko Kläsener" userId="b3580cb7-15ad-4c2f-be10-30939a475464" providerId="ADAL" clId="{36612FA6-6914-4267-9ADB-97F4291D668E}" dt="2026-06-21T15:09:53.227" v="2298" actId="1076"/>
          <ac:spMkLst>
            <pc:docMk/>
            <pc:sldMk cId="1562465697" sldId="258"/>
            <ac:spMk id="3" creationId="{F984959B-3B96-707C-C5CF-921F9260BFDE}"/>
          </ac:spMkLst>
        </pc:spChg>
        <pc:spChg chg="mod">
          <ac:chgData name="Niko Kläsener" userId="b3580cb7-15ad-4c2f-be10-30939a475464" providerId="ADAL" clId="{36612FA6-6914-4267-9ADB-97F4291D668E}" dt="2026-06-21T15:00:40.458" v="2207"/>
          <ac:spMkLst>
            <pc:docMk/>
            <pc:sldMk cId="1562465697" sldId="258"/>
            <ac:spMk id="4" creationId="{5DB3D164-0EB1-FB4B-1102-8F2A17C66EE5}"/>
          </ac:spMkLst>
        </pc:spChg>
        <pc:picChg chg="add mod ord">
          <ac:chgData name="Niko Kläsener" userId="b3580cb7-15ad-4c2f-be10-30939a475464" providerId="ADAL" clId="{36612FA6-6914-4267-9ADB-97F4291D668E}" dt="2026-06-20T10:09:03.294" v="351" actId="1076"/>
          <ac:picMkLst>
            <pc:docMk/>
            <pc:sldMk cId="1562465697" sldId="258"/>
            <ac:picMk id="10" creationId="{FACAB858-83F7-44BF-B251-E7805A2A1602}"/>
          </ac:picMkLst>
        </pc:picChg>
      </pc:sldChg>
      <pc:sldChg chg="addSp delSp modSp new mod ord">
        <pc:chgData name="Niko Kläsener" userId="b3580cb7-15ad-4c2f-be10-30939a475464" providerId="ADAL" clId="{36612FA6-6914-4267-9ADB-97F4291D668E}" dt="2026-06-21T15:11:06.673" v="2300"/>
        <pc:sldMkLst>
          <pc:docMk/>
          <pc:sldMk cId="2830380807" sldId="260"/>
        </pc:sldMkLst>
        <pc:spChg chg="mod">
          <ac:chgData name="Niko Kläsener" userId="b3580cb7-15ad-4c2f-be10-30939a475464" providerId="ADAL" clId="{36612FA6-6914-4267-9ADB-97F4291D668E}" dt="2026-06-21T15:11:06.673" v="2300"/>
          <ac:spMkLst>
            <pc:docMk/>
            <pc:sldMk cId="2830380807" sldId="260"/>
            <ac:spMk id="2" creationId="{4DC433D2-17BA-BB4F-88B0-0F9E964EEB21}"/>
          </ac:spMkLst>
        </pc:spChg>
        <pc:spChg chg="mod">
          <ac:chgData name="Niko Kläsener" userId="b3580cb7-15ad-4c2f-be10-30939a475464" providerId="ADAL" clId="{36612FA6-6914-4267-9ADB-97F4291D668E}" dt="2026-06-21T15:00:55.295" v="2211"/>
          <ac:spMkLst>
            <pc:docMk/>
            <pc:sldMk cId="2830380807" sldId="260"/>
            <ac:spMk id="5" creationId="{49DDB7FE-35AB-EF95-B844-395AC8BC38E1}"/>
          </ac:spMkLst>
        </pc:spChg>
        <pc:picChg chg="add mod ord">
          <ac:chgData name="Niko Kläsener" userId="b3580cb7-15ad-4c2f-be10-30939a475464" providerId="ADAL" clId="{36612FA6-6914-4267-9ADB-97F4291D668E}" dt="2026-06-21T12:23:23.584" v="523" actId="14826"/>
          <ac:picMkLst>
            <pc:docMk/>
            <pc:sldMk cId="2830380807" sldId="260"/>
            <ac:picMk id="9" creationId="{B328A8BF-6F71-6DE1-E847-0E993C071748}"/>
          </ac:picMkLst>
        </pc:picChg>
        <pc:picChg chg="add mod ord">
          <ac:chgData name="Niko Kläsener" userId="b3580cb7-15ad-4c2f-be10-30939a475464" providerId="ADAL" clId="{36612FA6-6914-4267-9ADB-97F4291D668E}" dt="2026-06-21T12:23:43.789" v="524" actId="14826"/>
          <ac:picMkLst>
            <pc:docMk/>
            <pc:sldMk cId="2830380807" sldId="260"/>
            <ac:picMk id="13" creationId="{60767B9F-4700-514B-860F-8A88677FBA11}"/>
          </ac:picMkLst>
        </pc:picChg>
      </pc:sldChg>
      <pc:sldChg chg="addSp delSp modSp new mod ord">
        <pc:chgData name="Niko Kläsener" userId="b3580cb7-15ad-4c2f-be10-30939a475464" providerId="ADAL" clId="{36612FA6-6914-4267-9ADB-97F4291D668E}" dt="2026-06-21T16:16:00.445" v="2868" actId="20577"/>
        <pc:sldMkLst>
          <pc:docMk/>
          <pc:sldMk cId="1179084943" sldId="261"/>
        </pc:sldMkLst>
        <pc:spChg chg="mod">
          <ac:chgData name="Niko Kläsener" userId="b3580cb7-15ad-4c2f-be10-30939a475464" providerId="ADAL" clId="{36612FA6-6914-4267-9ADB-97F4291D668E}" dt="2026-06-21T12:44:44.495" v="714" actId="20577"/>
          <ac:spMkLst>
            <pc:docMk/>
            <pc:sldMk cId="1179084943" sldId="261"/>
            <ac:spMk id="2" creationId="{1E94E426-77E3-D9B2-5685-3FEAC25AD1A5}"/>
          </ac:spMkLst>
        </pc:spChg>
        <pc:spChg chg="add mod">
          <ac:chgData name="Niko Kläsener" userId="b3580cb7-15ad-4c2f-be10-30939a475464" providerId="ADAL" clId="{36612FA6-6914-4267-9ADB-97F4291D668E}" dt="2026-06-21T16:16:00.445" v="2868" actId="20577"/>
          <ac:spMkLst>
            <pc:docMk/>
            <pc:sldMk cId="1179084943" sldId="261"/>
            <ac:spMk id="3" creationId="{03B229CE-C208-3B6E-0937-5F9A9A7AA444}"/>
          </ac:spMkLst>
        </pc:spChg>
        <pc:spChg chg="mod">
          <ac:chgData name="Niko Kläsener" userId="b3580cb7-15ad-4c2f-be10-30939a475464" providerId="ADAL" clId="{36612FA6-6914-4267-9ADB-97F4291D668E}" dt="2026-06-21T15:00:45.379" v="2208"/>
          <ac:spMkLst>
            <pc:docMk/>
            <pc:sldMk cId="1179084943" sldId="261"/>
            <ac:spMk id="4" creationId="{C4D0D370-05E6-ED99-91A0-C31BE3C76117}"/>
          </ac:spMkLst>
        </pc:spChg>
        <pc:spChg chg="add del mod">
          <ac:chgData name="Niko Kläsener" userId="b3580cb7-15ad-4c2f-be10-30939a475464" providerId="ADAL" clId="{36612FA6-6914-4267-9ADB-97F4291D668E}" dt="2026-06-21T15:08:33.428" v="2291"/>
          <ac:spMkLst>
            <pc:docMk/>
            <pc:sldMk cId="1179084943" sldId="261"/>
            <ac:spMk id="7" creationId="{6FF04FC2-856E-1509-998A-C8DF92BD91DF}"/>
          </ac:spMkLst>
        </pc:spChg>
        <pc:spChg chg="add del mod">
          <ac:chgData name="Niko Kläsener" userId="b3580cb7-15ad-4c2f-be10-30939a475464" providerId="ADAL" clId="{36612FA6-6914-4267-9ADB-97F4291D668E}" dt="2026-06-21T16:09:51.058" v="2771" actId="478"/>
          <ac:spMkLst>
            <pc:docMk/>
            <pc:sldMk cId="1179084943" sldId="261"/>
            <ac:spMk id="9" creationId="{4DAD1596-766A-4F62-B580-9C1396693562}"/>
          </ac:spMkLst>
        </pc:spChg>
        <pc:picChg chg="add mod ord">
          <ac:chgData name="Niko Kläsener" userId="b3580cb7-15ad-4c2f-be10-30939a475464" providerId="ADAL" clId="{36612FA6-6914-4267-9ADB-97F4291D668E}" dt="2026-06-21T15:34:25.223" v="2500" actId="14826"/>
          <ac:picMkLst>
            <pc:docMk/>
            <pc:sldMk cId="1179084943" sldId="261"/>
            <ac:picMk id="8" creationId="{4DAC7E66-EB2C-45E1-5D4F-7CAE9DCE4400}"/>
          </ac:picMkLst>
        </pc:picChg>
      </pc:sldChg>
      <pc:sldChg chg="addSp delSp modSp new add del mod ord">
        <pc:chgData name="Niko Kläsener" userId="b3580cb7-15ad-4c2f-be10-30939a475464" providerId="ADAL" clId="{36612FA6-6914-4267-9ADB-97F4291D668E}" dt="2026-06-21T12:56:20.769" v="768" actId="47"/>
        <pc:sldMkLst>
          <pc:docMk/>
          <pc:sldMk cId="2368679576" sldId="262"/>
        </pc:sldMkLst>
        <pc:spChg chg="mod">
          <ac:chgData name="Niko Kläsener" userId="b3580cb7-15ad-4c2f-be10-30939a475464" providerId="ADAL" clId="{36612FA6-6914-4267-9ADB-97F4291D668E}" dt="2026-06-21T12:56:11.809" v="766" actId="20577"/>
          <ac:spMkLst>
            <pc:docMk/>
            <pc:sldMk cId="2368679576" sldId="262"/>
            <ac:spMk id="2" creationId="{2944ED13-FD2C-1619-5816-65507A0AA985}"/>
          </ac:spMkLst>
        </pc:spChg>
        <pc:picChg chg="add mod ord">
          <ac:chgData name="Niko Kläsener" userId="b3580cb7-15ad-4c2f-be10-30939a475464" providerId="ADAL" clId="{36612FA6-6914-4267-9ADB-97F4291D668E}" dt="2026-06-21T12:43:35.510" v="696" actId="14826"/>
          <ac:picMkLst>
            <pc:docMk/>
            <pc:sldMk cId="2368679576" sldId="262"/>
            <ac:picMk id="8" creationId="{AD463835-8BB8-FEE2-98D6-EA9C01C3A6A5}"/>
          </ac:picMkLst>
        </pc:picChg>
      </pc:sldChg>
      <pc:sldChg chg="addSp delSp modSp new mod ord">
        <pc:chgData name="Niko Kläsener" userId="b3580cb7-15ad-4c2f-be10-30939a475464" providerId="ADAL" clId="{36612FA6-6914-4267-9ADB-97F4291D668E}" dt="2026-06-21T15:36:15.925" v="2548" actId="14826"/>
        <pc:sldMkLst>
          <pc:docMk/>
          <pc:sldMk cId="937536178" sldId="263"/>
        </pc:sldMkLst>
        <pc:spChg chg="mod">
          <ac:chgData name="Niko Kläsener" userId="b3580cb7-15ad-4c2f-be10-30939a475464" providerId="ADAL" clId="{36612FA6-6914-4267-9ADB-97F4291D668E}" dt="2026-06-21T15:10:48.779" v="2299"/>
          <ac:spMkLst>
            <pc:docMk/>
            <pc:sldMk cId="937536178" sldId="263"/>
            <ac:spMk id="2" creationId="{DE86CDD5-F3A8-1E49-03B4-ABAC4E69630F}"/>
          </ac:spMkLst>
        </pc:spChg>
        <pc:spChg chg="mod">
          <ac:chgData name="Niko Kläsener" userId="b3580cb7-15ad-4c2f-be10-30939a475464" providerId="ADAL" clId="{36612FA6-6914-4267-9ADB-97F4291D668E}" dt="2026-06-21T15:00:52.138" v="2210"/>
          <ac:spMkLst>
            <pc:docMk/>
            <pc:sldMk cId="937536178" sldId="263"/>
            <ac:spMk id="4" creationId="{E50407AF-A5BD-50CE-FDF3-BF40706A411F}"/>
          </ac:spMkLst>
        </pc:spChg>
        <pc:picChg chg="add mod ord">
          <ac:chgData name="Niko Kläsener" userId="b3580cb7-15ad-4c2f-be10-30939a475464" providerId="ADAL" clId="{36612FA6-6914-4267-9ADB-97F4291D668E}" dt="2026-06-21T15:36:15.925" v="2548" actId="14826"/>
          <ac:picMkLst>
            <pc:docMk/>
            <pc:sldMk cId="937536178" sldId="263"/>
            <ac:picMk id="8" creationId="{CCD849A5-AE97-5B6A-16ED-2BC4C72CF5BC}"/>
          </ac:picMkLst>
        </pc:picChg>
      </pc:sldChg>
      <pc:sldChg chg="addSp delSp modSp new del mod">
        <pc:chgData name="Niko Kläsener" userId="b3580cb7-15ad-4c2f-be10-30939a475464" providerId="ADAL" clId="{36612FA6-6914-4267-9ADB-97F4291D668E}" dt="2026-06-21T12:48:17.446" v="731" actId="47"/>
        <pc:sldMkLst>
          <pc:docMk/>
          <pc:sldMk cId="673205838" sldId="264"/>
        </pc:sldMkLst>
        <pc:picChg chg="add mod ord">
          <ac:chgData name="Niko Kläsener" userId="b3580cb7-15ad-4c2f-be10-30939a475464" providerId="ADAL" clId="{36612FA6-6914-4267-9ADB-97F4291D668E}" dt="2026-06-21T12:47:28.855" v="719" actId="14826"/>
          <ac:picMkLst>
            <pc:docMk/>
            <pc:sldMk cId="673205838" sldId="264"/>
            <ac:picMk id="8" creationId="{3F65DE01-F495-3DDF-820D-2838164A1E75}"/>
          </ac:picMkLst>
        </pc:picChg>
      </pc:sldChg>
      <pc:sldChg chg="delSp modSp add mod ord">
        <pc:chgData name="Niko Kläsener" userId="b3580cb7-15ad-4c2f-be10-30939a475464" providerId="ADAL" clId="{36612FA6-6914-4267-9ADB-97F4291D668E}" dt="2026-06-21T15:37:08.345" v="2558" actId="20577"/>
        <pc:sldMkLst>
          <pc:docMk/>
          <pc:sldMk cId="284479213" sldId="265"/>
        </pc:sldMkLst>
        <pc:spChg chg="mod">
          <ac:chgData name="Niko Kläsener" userId="b3580cb7-15ad-4c2f-be10-30939a475464" providerId="ADAL" clId="{36612FA6-6914-4267-9ADB-97F4291D668E}" dt="2026-06-21T12:48:11.357" v="730" actId="20577"/>
          <ac:spMkLst>
            <pc:docMk/>
            <pc:sldMk cId="284479213" sldId="265"/>
            <ac:spMk id="2" creationId="{CE19303A-6C64-B42A-B22E-C575DA323E4E}"/>
          </ac:spMkLst>
        </pc:spChg>
        <pc:spChg chg="mod">
          <ac:chgData name="Niko Kläsener" userId="b3580cb7-15ad-4c2f-be10-30939a475464" providerId="ADAL" clId="{36612FA6-6914-4267-9ADB-97F4291D668E}" dt="2026-06-21T15:37:08.345" v="2558" actId="20577"/>
          <ac:spMkLst>
            <pc:docMk/>
            <pc:sldMk cId="284479213" sldId="265"/>
            <ac:spMk id="3" creationId="{63281457-D136-1A63-F2D7-B4801B290DB8}"/>
          </ac:spMkLst>
        </pc:spChg>
        <pc:spChg chg="mod">
          <ac:chgData name="Niko Kläsener" userId="b3580cb7-15ad-4c2f-be10-30939a475464" providerId="ADAL" clId="{36612FA6-6914-4267-9ADB-97F4291D668E}" dt="2026-06-21T15:00:59.269" v="2212"/>
          <ac:spMkLst>
            <pc:docMk/>
            <pc:sldMk cId="284479213" sldId="265"/>
            <ac:spMk id="4" creationId="{73C46C0A-FD65-91E8-4591-86D9036388FA}"/>
          </ac:spMkLst>
        </pc:spChg>
        <pc:spChg chg="del mod">
          <ac:chgData name="Niko Kläsener" userId="b3580cb7-15ad-4c2f-be10-30939a475464" providerId="ADAL" clId="{36612FA6-6914-4267-9ADB-97F4291D668E}" dt="2026-06-21T15:12:20.524" v="2303" actId="478"/>
          <ac:spMkLst>
            <pc:docMk/>
            <pc:sldMk cId="284479213" sldId="265"/>
            <ac:spMk id="7" creationId="{95B4E1EB-B5BB-3FBA-04AE-035423E7056E}"/>
          </ac:spMkLst>
        </pc:spChg>
        <pc:picChg chg="mod">
          <ac:chgData name="Niko Kläsener" userId="b3580cb7-15ad-4c2f-be10-30939a475464" providerId="ADAL" clId="{36612FA6-6914-4267-9ADB-97F4291D668E}" dt="2026-06-21T15:36:47.861" v="2549" actId="14826"/>
          <ac:picMkLst>
            <pc:docMk/>
            <pc:sldMk cId="284479213" sldId="265"/>
            <ac:picMk id="8" creationId="{8BBCFB51-2DA5-DE7E-6860-BB3D133BB932}"/>
          </ac:picMkLst>
        </pc:picChg>
      </pc:sldChg>
      <pc:sldChg chg="addSp delSp modSp new del mod setBg">
        <pc:chgData name="Niko Kläsener" userId="b3580cb7-15ad-4c2f-be10-30939a475464" providerId="ADAL" clId="{36612FA6-6914-4267-9ADB-97F4291D668E}" dt="2026-06-20T09:47:00.752" v="347" actId="47"/>
        <pc:sldMkLst>
          <pc:docMk/>
          <pc:sldMk cId="2524890292" sldId="265"/>
        </pc:sldMkLst>
        <pc:spChg chg="mod">
          <ac:chgData name="Niko Kläsener" userId="b3580cb7-15ad-4c2f-be10-30939a475464" providerId="ADAL" clId="{36612FA6-6914-4267-9ADB-97F4291D668E}" dt="2026-06-20T09:42:13.238" v="318" actId="313"/>
          <ac:spMkLst>
            <pc:docMk/>
            <pc:sldMk cId="2524890292" sldId="265"/>
            <ac:spMk id="2" creationId="{BD05EEA8-C8D5-9E42-7B1E-9E600DFF101C}"/>
          </ac:spMkLst>
        </pc:spChg>
        <pc:spChg chg="del">
          <ac:chgData name="Niko Kläsener" userId="b3580cb7-15ad-4c2f-be10-30939a475464" providerId="ADAL" clId="{36612FA6-6914-4267-9ADB-97F4291D668E}" dt="2026-06-20T09:37:34.037" v="271" actId="931"/>
          <ac:spMkLst>
            <pc:docMk/>
            <pc:sldMk cId="2524890292" sldId="265"/>
            <ac:spMk id="3" creationId="{5925A673-9155-C571-DF9C-2EE38AC6AB23}"/>
          </ac:spMkLst>
        </pc:spChg>
        <pc:spChg chg="mod">
          <ac:chgData name="Niko Kläsener" userId="b3580cb7-15ad-4c2f-be10-30939a475464" providerId="ADAL" clId="{36612FA6-6914-4267-9ADB-97F4291D668E}" dt="2026-06-20T09:39:16.702" v="282" actId="26606"/>
          <ac:spMkLst>
            <pc:docMk/>
            <pc:sldMk cId="2524890292" sldId="265"/>
            <ac:spMk id="4" creationId="{12710B61-904E-C6B5-BFDB-727EE5C14E6E}"/>
          </ac:spMkLst>
        </pc:spChg>
        <pc:spChg chg="mod">
          <ac:chgData name="Niko Kläsener" userId="b3580cb7-15ad-4c2f-be10-30939a475464" providerId="ADAL" clId="{36612FA6-6914-4267-9ADB-97F4291D668E}" dt="2026-06-20T09:39:16.702" v="282" actId="26606"/>
          <ac:spMkLst>
            <pc:docMk/>
            <pc:sldMk cId="2524890292" sldId="265"/>
            <ac:spMk id="5" creationId="{00CF76A6-70A7-1DBE-2DFA-A7BB332C207F}"/>
          </ac:spMkLst>
        </pc:spChg>
        <pc:spChg chg="mod">
          <ac:chgData name="Niko Kläsener" userId="b3580cb7-15ad-4c2f-be10-30939a475464" providerId="ADAL" clId="{36612FA6-6914-4267-9ADB-97F4291D668E}" dt="2026-06-20T09:39:16.702" v="282" actId="26606"/>
          <ac:spMkLst>
            <pc:docMk/>
            <pc:sldMk cId="2524890292" sldId="265"/>
            <ac:spMk id="6" creationId="{916E093C-8E78-657C-5031-379356A8A06C}"/>
          </ac:spMkLst>
        </pc:spChg>
        <pc:spChg chg="add del mod">
          <ac:chgData name="Niko Kläsener" userId="b3580cb7-15ad-4c2f-be10-30939a475464" providerId="ADAL" clId="{36612FA6-6914-4267-9ADB-97F4291D668E}" dt="2026-06-20T09:39:16.702" v="282" actId="26606"/>
          <ac:spMkLst>
            <pc:docMk/>
            <pc:sldMk cId="2524890292" sldId="265"/>
            <ac:spMk id="12" creationId="{6298E0C1-CB63-3E0C-94F6-096C386B6D0F}"/>
          </ac:spMkLst>
        </pc:spChg>
        <pc:spChg chg="add del">
          <ac:chgData name="Niko Kläsener" userId="b3580cb7-15ad-4c2f-be10-30939a475464" providerId="ADAL" clId="{36612FA6-6914-4267-9ADB-97F4291D668E}" dt="2026-06-20T09:39:16.702" v="282" actId="26606"/>
          <ac:spMkLst>
            <pc:docMk/>
            <pc:sldMk cId="2524890292" sldId="265"/>
            <ac:spMk id="15" creationId="{F13C74B1-5B17-4795-BED0-7140497B445A}"/>
          </ac:spMkLst>
        </pc:spChg>
        <pc:spChg chg="add del">
          <ac:chgData name="Niko Kläsener" userId="b3580cb7-15ad-4c2f-be10-30939a475464" providerId="ADAL" clId="{36612FA6-6914-4267-9ADB-97F4291D668E}" dt="2026-06-20T09:39:16.702" v="282" actId="26606"/>
          <ac:spMkLst>
            <pc:docMk/>
            <pc:sldMk cId="2524890292" sldId="265"/>
            <ac:spMk id="17" creationId="{D4974D33-8DC5-464E-8C6D-BE58F0669C17}"/>
          </ac:spMkLst>
        </pc:spChg>
        <pc:spChg chg="add del">
          <ac:chgData name="Niko Kläsener" userId="b3580cb7-15ad-4c2f-be10-30939a475464" providerId="ADAL" clId="{36612FA6-6914-4267-9ADB-97F4291D668E}" dt="2026-06-20T09:38:24.123" v="276" actId="26606"/>
          <ac:spMkLst>
            <pc:docMk/>
            <pc:sldMk cId="2524890292" sldId="265"/>
            <ac:spMk id="22" creationId="{F13C74B1-5B17-4795-BED0-7140497B445A}"/>
          </ac:spMkLst>
        </pc:spChg>
        <pc:spChg chg="add del">
          <ac:chgData name="Niko Kläsener" userId="b3580cb7-15ad-4c2f-be10-30939a475464" providerId="ADAL" clId="{36612FA6-6914-4267-9ADB-97F4291D668E}" dt="2026-06-20T09:38:24.123" v="276" actId="26606"/>
          <ac:spMkLst>
            <pc:docMk/>
            <pc:sldMk cId="2524890292" sldId="265"/>
            <ac:spMk id="24" creationId="{D4974D33-8DC5-464E-8C6D-BE58F0669C17}"/>
          </ac:spMkLst>
        </pc:spChg>
        <pc:spChg chg="add del">
          <ac:chgData name="Niko Kläsener" userId="b3580cb7-15ad-4c2f-be10-30939a475464" providerId="ADAL" clId="{36612FA6-6914-4267-9ADB-97F4291D668E}" dt="2026-06-20T09:39:03.707" v="278" actId="26606"/>
          <ac:spMkLst>
            <pc:docMk/>
            <pc:sldMk cId="2524890292" sldId="265"/>
            <ac:spMk id="26" creationId="{B1595A09-E336-4D1B-9B3A-06A2287A54E2}"/>
          </ac:spMkLst>
        </pc:spChg>
        <pc:spChg chg="add del">
          <ac:chgData name="Niko Kläsener" userId="b3580cb7-15ad-4c2f-be10-30939a475464" providerId="ADAL" clId="{36612FA6-6914-4267-9ADB-97F4291D668E}" dt="2026-06-20T09:39:03.707" v="278" actId="26606"/>
          <ac:spMkLst>
            <pc:docMk/>
            <pc:sldMk cId="2524890292" sldId="265"/>
            <ac:spMk id="27" creationId="{3540989C-C7B8-473B-BF87-6F2DA6A90006}"/>
          </ac:spMkLst>
        </pc:spChg>
        <pc:spChg chg="add del">
          <ac:chgData name="Niko Kläsener" userId="b3580cb7-15ad-4c2f-be10-30939a475464" providerId="ADAL" clId="{36612FA6-6914-4267-9ADB-97F4291D668E}" dt="2026-06-20T09:39:15.442" v="280" actId="26606"/>
          <ac:spMkLst>
            <pc:docMk/>
            <pc:sldMk cId="2524890292" sldId="265"/>
            <ac:spMk id="28" creationId="{FE43805F-24A6-46A4-B19B-54F28347355C}"/>
          </ac:spMkLst>
        </pc:spChg>
        <pc:spChg chg="add del">
          <ac:chgData name="Niko Kläsener" userId="b3580cb7-15ad-4c2f-be10-30939a475464" providerId="ADAL" clId="{36612FA6-6914-4267-9ADB-97F4291D668E}" dt="2026-06-20T09:39:15.442" v="280" actId="26606"/>
          <ac:spMkLst>
            <pc:docMk/>
            <pc:sldMk cId="2524890292" sldId="265"/>
            <ac:spMk id="30" creationId="{95C8260E-968F-44E8-A823-ABB431311926}"/>
          </ac:spMkLst>
        </pc:spChg>
        <pc:spChg chg="add del">
          <ac:chgData name="Niko Kläsener" userId="b3580cb7-15ad-4c2f-be10-30939a475464" providerId="ADAL" clId="{36612FA6-6914-4267-9ADB-97F4291D668E}" dt="2026-06-20T09:39:15.442" v="280" actId="26606"/>
          <ac:spMkLst>
            <pc:docMk/>
            <pc:sldMk cId="2524890292" sldId="265"/>
            <ac:spMk id="31" creationId="{2C1BBA94-3F40-40AA-8BB9-E69E25E537C1}"/>
          </ac:spMkLst>
        </pc:spChg>
        <pc:picChg chg="add mod ord">
          <ac:chgData name="Niko Kläsener" userId="b3580cb7-15ad-4c2f-be10-30939a475464" providerId="ADAL" clId="{36612FA6-6914-4267-9ADB-97F4291D668E}" dt="2026-06-20T09:41:01.735" v="283" actId="1440"/>
          <ac:picMkLst>
            <pc:docMk/>
            <pc:sldMk cId="2524890292" sldId="265"/>
            <ac:picMk id="8" creationId="{06174E3C-9976-B0FF-F6EA-A7FFB0B8F888}"/>
          </ac:picMkLst>
        </pc:picChg>
      </pc:sldChg>
      <pc:sldChg chg="delSp modSp add mod">
        <pc:chgData name="Niko Kläsener" userId="b3580cb7-15ad-4c2f-be10-30939a475464" providerId="ADAL" clId="{36612FA6-6914-4267-9ADB-97F4291D668E}" dt="2026-06-21T16:16:20.575" v="2872" actId="1076"/>
        <pc:sldMkLst>
          <pc:docMk/>
          <pc:sldMk cId="1467630395" sldId="266"/>
        </pc:sldMkLst>
        <pc:spChg chg="mod">
          <ac:chgData name="Niko Kläsener" userId="b3580cb7-15ad-4c2f-be10-30939a475464" providerId="ADAL" clId="{36612FA6-6914-4267-9ADB-97F4291D668E}" dt="2026-06-21T12:56:18.619" v="767"/>
          <ac:spMkLst>
            <pc:docMk/>
            <pc:sldMk cId="1467630395" sldId="266"/>
            <ac:spMk id="2" creationId="{7646B6E2-F0CF-300A-B970-C7A9A45AB3BF}"/>
          </ac:spMkLst>
        </pc:spChg>
        <pc:spChg chg="mod">
          <ac:chgData name="Niko Kläsener" userId="b3580cb7-15ad-4c2f-be10-30939a475464" providerId="ADAL" clId="{36612FA6-6914-4267-9ADB-97F4291D668E}" dt="2026-06-21T16:16:20.575" v="2872" actId="1076"/>
          <ac:spMkLst>
            <pc:docMk/>
            <pc:sldMk cId="1467630395" sldId="266"/>
            <ac:spMk id="3" creationId="{BAC82BD4-2A43-8BFA-68CA-8A66C04C309B}"/>
          </ac:spMkLst>
        </pc:spChg>
        <pc:spChg chg="mod">
          <ac:chgData name="Niko Kläsener" userId="b3580cb7-15ad-4c2f-be10-30939a475464" providerId="ADAL" clId="{36612FA6-6914-4267-9ADB-97F4291D668E}" dt="2026-06-21T15:00:48.917" v="2209"/>
          <ac:spMkLst>
            <pc:docMk/>
            <pc:sldMk cId="1467630395" sldId="266"/>
            <ac:spMk id="4" creationId="{E1CB6DE3-71E5-AD25-8856-D7436362A2D0}"/>
          </ac:spMkLst>
        </pc:spChg>
        <pc:spChg chg="del">
          <ac:chgData name="Niko Kläsener" userId="b3580cb7-15ad-4c2f-be10-30939a475464" providerId="ADAL" clId="{36612FA6-6914-4267-9ADB-97F4291D668E}" dt="2026-06-21T12:56:26.621" v="769" actId="478"/>
          <ac:spMkLst>
            <pc:docMk/>
            <pc:sldMk cId="1467630395" sldId="266"/>
            <ac:spMk id="7" creationId="{657AEC3C-8D01-45F6-E8C3-FCDF8F737DEE}"/>
          </ac:spMkLst>
        </pc:spChg>
        <pc:picChg chg="mod">
          <ac:chgData name="Niko Kläsener" userId="b3580cb7-15ad-4c2f-be10-30939a475464" providerId="ADAL" clId="{36612FA6-6914-4267-9ADB-97F4291D668E}" dt="2026-06-21T15:35:26.442" v="2539" actId="14826"/>
          <ac:picMkLst>
            <pc:docMk/>
            <pc:sldMk cId="1467630395" sldId="266"/>
            <ac:picMk id="8" creationId="{A712138D-C74F-6410-9202-AD79ED5D372E}"/>
          </ac:picMkLst>
        </pc:picChg>
      </pc:sldChg>
      <pc:sldChg chg="modSp new mod modClrScheme chgLayout">
        <pc:chgData name="Niko Kläsener" userId="b3580cb7-15ad-4c2f-be10-30939a475464" providerId="ADAL" clId="{36612FA6-6914-4267-9ADB-97F4291D668E}" dt="2026-06-21T16:02:43.558" v="2652" actId="20577"/>
        <pc:sldMkLst>
          <pc:docMk/>
          <pc:sldMk cId="3694890744" sldId="267"/>
        </pc:sldMkLst>
        <pc:spChg chg="mod ord">
          <ac:chgData name="Niko Kläsener" userId="b3580cb7-15ad-4c2f-be10-30939a475464" providerId="ADAL" clId="{36612FA6-6914-4267-9ADB-97F4291D668E}" dt="2026-06-21T14:00:29.970" v="1610" actId="700"/>
          <ac:spMkLst>
            <pc:docMk/>
            <pc:sldMk cId="3694890744" sldId="267"/>
            <ac:spMk id="2" creationId="{6BB030AB-786E-C531-12A7-749F70850164}"/>
          </ac:spMkLst>
        </pc:spChg>
        <pc:spChg chg="mod ord">
          <ac:chgData name="Niko Kläsener" userId="b3580cb7-15ad-4c2f-be10-30939a475464" providerId="ADAL" clId="{36612FA6-6914-4267-9ADB-97F4291D668E}" dt="2026-06-21T15:47:44.239" v="2615" actId="255"/>
          <ac:spMkLst>
            <pc:docMk/>
            <pc:sldMk cId="3694890744" sldId="267"/>
            <ac:spMk id="3" creationId="{F05D5584-C5F5-B21E-C1D6-CE5472F6A3BE}"/>
          </ac:spMkLst>
        </pc:spChg>
        <pc:spChg chg="mod ord">
          <ac:chgData name="Niko Kläsener" userId="b3580cb7-15ad-4c2f-be10-30939a475464" providerId="ADAL" clId="{36612FA6-6914-4267-9ADB-97F4291D668E}" dt="2026-06-21T15:55:53.277" v="2636" actId="255"/>
          <ac:spMkLst>
            <pc:docMk/>
            <pc:sldMk cId="3694890744" sldId="267"/>
            <ac:spMk id="4" creationId="{69979646-04D1-7A25-F6AA-E780620BB2CB}"/>
          </ac:spMkLst>
        </pc:spChg>
        <pc:spChg chg="mod ord">
          <ac:chgData name="Niko Kläsener" userId="b3580cb7-15ad-4c2f-be10-30939a475464" providerId="ADAL" clId="{36612FA6-6914-4267-9ADB-97F4291D668E}" dt="2026-06-21T16:02:43.558" v="2652" actId="20577"/>
          <ac:spMkLst>
            <pc:docMk/>
            <pc:sldMk cId="3694890744" sldId="267"/>
            <ac:spMk id="5" creationId="{874A7A65-C7F4-F6C9-5AE4-858DEE4E2960}"/>
          </ac:spMkLst>
        </pc:spChg>
        <pc:spChg chg="mod ord">
          <ac:chgData name="Niko Kläsener" userId="b3580cb7-15ad-4c2f-be10-30939a475464" providerId="ADAL" clId="{36612FA6-6914-4267-9ADB-97F4291D668E}" dt="2026-06-21T15:47:36.002" v="2614" actId="27636"/>
          <ac:spMkLst>
            <pc:docMk/>
            <pc:sldMk cId="3694890744" sldId="267"/>
            <ac:spMk id="6" creationId="{27CF4302-EE10-DEB8-57DC-0DE63F780452}"/>
          </ac:spMkLst>
        </pc:spChg>
        <pc:spChg chg="mod ord">
          <ac:chgData name="Niko Kläsener" userId="b3580cb7-15ad-4c2f-be10-30939a475464" providerId="ADAL" clId="{36612FA6-6914-4267-9ADB-97F4291D668E}" dt="2026-06-21T15:01:31.776" v="2218"/>
          <ac:spMkLst>
            <pc:docMk/>
            <pc:sldMk cId="3694890744" sldId="267"/>
            <ac:spMk id="7" creationId="{6B894B29-7047-1ACA-3353-24BCA1F292EB}"/>
          </ac:spMkLst>
        </pc:spChg>
        <pc:spChg chg="mod ord">
          <ac:chgData name="Niko Kläsener" userId="b3580cb7-15ad-4c2f-be10-30939a475464" providerId="ADAL" clId="{36612FA6-6914-4267-9ADB-97F4291D668E}" dt="2026-06-21T14:00:29.970" v="1610" actId="700"/>
          <ac:spMkLst>
            <pc:docMk/>
            <pc:sldMk cId="3694890744" sldId="267"/>
            <ac:spMk id="8" creationId="{5981A085-1E07-22DC-7050-E4D89C38BAD6}"/>
          </ac:spMkLst>
        </pc:spChg>
        <pc:spChg chg="mod ord">
          <ac:chgData name="Niko Kläsener" userId="b3580cb7-15ad-4c2f-be10-30939a475464" providerId="ADAL" clId="{36612FA6-6914-4267-9ADB-97F4291D668E}" dt="2026-06-21T14:00:29.970" v="1610" actId="700"/>
          <ac:spMkLst>
            <pc:docMk/>
            <pc:sldMk cId="3694890744" sldId="267"/>
            <ac:spMk id="9" creationId="{86C91C11-4729-3014-9DB3-AC8059C85536}"/>
          </ac:spMkLst>
        </pc:spChg>
      </pc:sldChg>
      <pc:sldChg chg="addSp delSp modSp new mod modClrScheme chgLayout">
        <pc:chgData name="Niko Kläsener" userId="b3580cb7-15ad-4c2f-be10-30939a475464" providerId="ADAL" clId="{36612FA6-6914-4267-9ADB-97F4291D668E}" dt="2026-06-21T16:16:35.966" v="2873" actId="20577"/>
        <pc:sldMkLst>
          <pc:docMk/>
          <pc:sldMk cId="1820629519" sldId="268"/>
        </pc:sldMkLst>
        <pc:spChg chg="mod ord">
          <ac:chgData name="Niko Kläsener" userId="b3580cb7-15ad-4c2f-be10-30939a475464" providerId="ADAL" clId="{36612FA6-6914-4267-9ADB-97F4291D668E}" dt="2026-06-21T14:07:26.271" v="1734" actId="700"/>
          <ac:spMkLst>
            <pc:docMk/>
            <pc:sldMk cId="1820629519" sldId="268"/>
            <ac:spMk id="2" creationId="{F9D8922C-F139-2635-23A2-E1682F48C7CF}"/>
          </ac:spMkLst>
        </pc:spChg>
        <pc:spChg chg="del mod ord">
          <ac:chgData name="Niko Kläsener" userId="b3580cb7-15ad-4c2f-be10-30939a475464" providerId="ADAL" clId="{36612FA6-6914-4267-9ADB-97F4291D668E}" dt="2026-06-21T14:07:26.271" v="1734" actId="700"/>
          <ac:spMkLst>
            <pc:docMk/>
            <pc:sldMk cId="1820629519" sldId="268"/>
            <ac:spMk id="3" creationId="{7354009A-F498-E81D-F2D3-5E359A2B6766}"/>
          </ac:spMkLst>
        </pc:spChg>
        <pc:spChg chg="mod ord">
          <ac:chgData name="Niko Kläsener" userId="b3580cb7-15ad-4c2f-be10-30939a475464" providerId="ADAL" clId="{36612FA6-6914-4267-9ADB-97F4291D668E}" dt="2026-06-21T15:01:41.001" v="2219"/>
          <ac:spMkLst>
            <pc:docMk/>
            <pc:sldMk cId="1820629519" sldId="268"/>
            <ac:spMk id="4" creationId="{6F5E474E-4BFF-84E5-D4B8-3A17C8B468BF}"/>
          </ac:spMkLst>
        </pc:spChg>
        <pc:spChg chg="mod ord">
          <ac:chgData name="Niko Kläsener" userId="b3580cb7-15ad-4c2f-be10-30939a475464" providerId="ADAL" clId="{36612FA6-6914-4267-9ADB-97F4291D668E}" dt="2026-06-21T14:07:26.271" v="1734" actId="700"/>
          <ac:spMkLst>
            <pc:docMk/>
            <pc:sldMk cId="1820629519" sldId="268"/>
            <ac:spMk id="5" creationId="{9424D1F4-0CF5-19F0-91ED-BF0150B57DC0}"/>
          </ac:spMkLst>
        </pc:spChg>
        <pc:spChg chg="mod ord">
          <ac:chgData name="Niko Kläsener" userId="b3580cb7-15ad-4c2f-be10-30939a475464" providerId="ADAL" clId="{36612FA6-6914-4267-9ADB-97F4291D668E}" dt="2026-06-21T14:07:26.271" v="1734" actId="700"/>
          <ac:spMkLst>
            <pc:docMk/>
            <pc:sldMk cId="1820629519" sldId="268"/>
            <ac:spMk id="6" creationId="{DA108B1F-6875-7417-1127-D7C2D703F69C}"/>
          </ac:spMkLst>
        </pc:spChg>
        <pc:spChg chg="add mod ord">
          <ac:chgData name="Niko Kläsener" userId="b3580cb7-15ad-4c2f-be10-30939a475464" providerId="ADAL" clId="{36612FA6-6914-4267-9ADB-97F4291D668E}" dt="2026-06-21T15:48:00.427" v="2618" actId="255"/>
          <ac:spMkLst>
            <pc:docMk/>
            <pc:sldMk cId="1820629519" sldId="268"/>
            <ac:spMk id="7" creationId="{DCDECE8F-E45D-D58C-86F5-3A38622EBC18}"/>
          </ac:spMkLst>
        </pc:spChg>
        <pc:spChg chg="add mod ord">
          <ac:chgData name="Niko Kläsener" userId="b3580cb7-15ad-4c2f-be10-30939a475464" providerId="ADAL" clId="{36612FA6-6914-4267-9ADB-97F4291D668E}" dt="2026-06-21T16:16:35.966" v="2873" actId="20577"/>
          <ac:spMkLst>
            <pc:docMk/>
            <pc:sldMk cId="1820629519" sldId="268"/>
            <ac:spMk id="8" creationId="{C80A4A1F-23F8-21DA-7B98-58E1B7AA06B2}"/>
          </ac:spMkLst>
        </pc:spChg>
        <pc:spChg chg="add mod ord">
          <ac:chgData name="Niko Kläsener" userId="b3580cb7-15ad-4c2f-be10-30939a475464" providerId="ADAL" clId="{36612FA6-6914-4267-9ADB-97F4291D668E}" dt="2026-06-21T15:48:04.456" v="2619" actId="255"/>
          <ac:spMkLst>
            <pc:docMk/>
            <pc:sldMk cId="1820629519" sldId="268"/>
            <ac:spMk id="9" creationId="{F48C21F7-4F1F-A9CE-D706-AE55B1A6DC33}"/>
          </ac:spMkLst>
        </pc:spChg>
        <pc:spChg chg="add mod ord">
          <ac:chgData name="Niko Kläsener" userId="b3580cb7-15ad-4c2f-be10-30939a475464" providerId="ADAL" clId="{36612FA6-6914-4267-9ADB-97F4291D668E}" dt="2026-06-21T15:47:05.330" v="2609" actId="14100"/>
          <ac:spMkLst>
            <pc:docMk/>
            <pc:sldMk cId="1820629519" sldId="268"/>
            <ac:spMk id="10" creationId="{806CD854-4D48-D8EB-C77B-1219067A1A42}"/>
          </ac:spMkLst>
        </pc:spChg>
      </pc:sldChg>
      <pc:sldChg chg="new del">
        <pc:chgData name="Niko Kläsener" userId="b3580cb7-15ad-4c2f-be10-30939a475464" providerId="ADAL" clId="{36612FA6-6914-4267-9ADB-97F4291D668E}" dt="2026-06-21T13:59:58.858" v="1604" actId="47"/>
        <pc:sldMkLst>
          <pc:docMk/>
          <pc:sldMk cId="2200412688" sldId="268"/>
        </pc:sldMkLst>
      </pc:sldChg>
      <pc:sldChg chg="modSp new mod">
        <pc:chgData name="Niko Kläsener" userId="b3580cb7-15ad-4c2f-be10-30939a475464" providerId="ADAL" clId="{36612FA6-6914-4267-9ADB-97F4291D668E}" dt="2026-06-21T14:21:08.454" v="2204" actId="20577"/>
        <pc:sldMkLst>
          <pc:docMk/>
          <pc:sldMk cId="4209989287" sldId="269"/>
        </pc:sldMkLst>
        <pc:spChg chg="mod">
          <ac:chgData name="Niko Kläsener" userId="b3580cb7-15ad-4c2f-be10-30939a475464" providerId="ADAL" clId="{36612FA6-6914-4267-9ADB-97F4291D668E}" dt="2026-06-21T14:21:08.454" v="2204" actId="20577"/>
          <ac:spMkLst>
            <pc:docMk/>
            <pc:sldMk cId="4209989287" sldId="269"/>
            <ac:spMk id="2" creationId="{9988B2A7-DB4B-CC41-E4E2-5984756E1A44}"/>
          </ac:spMkLst>
        </pc:spChg>
      </pc:sldChg>
      <pc:sldChg chg="addSp delSp modSp new mod">
        <pc:chgData name="Niko Kläsener" userId="b3580cb7-15ad-4c2f-be10-30939a475464" providerId="ADAL" clId="{36612FA6-6914-4267-9ADB-97F4291D668E}" dt="2026-06-21T15:33:46.695" v="2499" actId="14100"/>
        <pc:sldMkLst>
          <pc:docMk/>
          <pc:sldMk cId="699465919" sldId="270"/>
        </pc:sldMkLst>
        <pc:spChg chg="mod">
          <ac:chgData name="Niko Kläsener" userId="b3580cb7-15ad-4c2f-be10-30939a475464" providerId="ADAL" clId="{36612FA6-6914-4267-9ADB-97F4291D668E}" dt="2026-06-21T15:30:03.310" v="2411" actId="20577"/>
          <ac:spMkLst>
            <pc:docMk/>
            <pc:sldMk cId="699465919" sldId="270"/>
            <ac:spMk id="2" creationId="{ABC52B9C-6788-2245-06B9-34B408CC6566}"/>
          </ac:spMkLst>
        </pc:spChg>
        <pc:spChg chg="del mod">
          <ac:chgData name="Niko Kläsener" userId="b3580cb7-15ad-4c2f-be10-30939a475464" providerId="ADAL" clId="{36612FA6-6914-4267-9ADB-97F4291D668E}" dt="2026-06-21T15:32:46.787" v="2495" actId="12084"/>
          <ac:spMkLst>
            <pc:docMk/>
            <pc:sldMk cId="699465919" sldId="270"/>
            <ac:spMk id="3" creationId="{97C515FF-CFEF-3E12-8633-6EB510BE0779}"/>
          </ac:spMkLst>
        </pc:spChg>
        <pc:spChg chg="mod">
          <ac:chgData name="Niko Kläsener" userId="b3580cb7-15ad-4c2f-be10-30939a475464" providerId="ADAL" clId="{36612FA6-6914-4267-9ADB-97F4291D668E}" dt="2026-06-21T15:32:16.374" v="2494"/>
          <ac:spMkLst>
            <pc:docMk/>
            <pc:sldMk cId="699465919" sldId="270"/>
            <ac:spMk id="4" creationId="{32B41879-BE78-2348-320D-BC8C88A10760}"/>
          </ac:spMkLst>
        </pc:spChg>
        <pc:graphicFrameChg chg="add mod">
          <ac:chgData name="Niko Kläsener" userId="b3580cb7-15ad-4c2f-be10-30939a475464" providerId="ADAL" clId="{36612FA6-6914-4267-9ADB-97F4291D668E}" dt="2026-06-21T15:33:46.695" v="2499" actId="14100"/>
          <ac:graphicFrameMkLst>
            <pc:docMk/>
            <pc:sldMk cId="699465919" sldId="270"/>
            <ac:graphicFrameMk id="7" creationId="{15F904F0-89E1-6A1F-16BC-6D123450547E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0D7FE9-749E-4CE9-9E1E-CCE17ACDBEAA}" type="doc">
      <dgm:prSet loTypeId="urn:microsoft.com/office/officeart/2005/8/layout/vList2" loCatId="list" qsTypeId="urn:microsoft.com/office/officeart/2005/8/quickstyle/simple1" qsCatId="simple" csTypeId="urn:microsoft.com/office/officeart/2005/8/colors/accent0_1" csCatId="mainScheme"/>
      <dgm:spPr/>
      <dgm:t>
        <a:bodyPr/>
        <a:lstStyle/>
        <a:p>
          <a:endParaRPr lang="de-DE"/>
        </a:p>
      </dgm:t>
    </dgm:pt>
    <dgm:pt modelId="{C177AD5E-E41D-4A44-943B-A76BD06D1291}">
      <dgm:prSet/>
      <dgm:spPr/>
      <dgm:t>
        <a:bodyPr/>
        <a:lstStyle/>
        <a:p>
          <a:r>
            <a:rPr lang="de-DE"/>
            <a:t>Algorithmus – Ortsabhängiger Ant-Cycle</a:t>
          </a:r>
        </a:p>
      </dgm:t>
    </dgm:pt>
    <dgm:pt modelId="{07104AC0-58C4-4AA2-B9ED-96BE960EE46F}" type="parTrans" cxnId="{99B12494-2D4B-44D9-841C-3D6EEE063812}">
      <dgm:prSet/>
      <dgm:spPr/>
      <dgm:t>
        <a:bodyPr/>
        <a:lstStyle/>
        <a:p>
          <a:endParaRPr lang="de-DE"/>
        </a:p>
      </dgm:t>
    </dgm:pt>
    <dgm:pt modelId="{9A317D91-DB11-46C4-8388-3BE7D09DE298}" type="sibTrans" cxnId="{99B12494-2D4B-44D9-841C-3D6EEE063812}">
      <dgm:prSet/>
      <dgm:spPr/>
      <dgm:t>
        <a:bodyPr/>
        <a:lstStyle/>
        <a:p>
          <a:endParaRPr lang="de-DE"/>
        </a:p>
      </dgm:t>
    </dgm:pt>
    <dgm:pt modelId="{06FBB6E6-F11B-4CEF-95C0-99A9F7E1D2D6}">
      <dgm:prSet/>
      <dgm:spPr/>
      <dgm:t>
        <a:bodyPr/>
        <a:lstStyle/>
        <a:p>
          <a:r>
            <a:rPr lang="de-DE"/>
            <a:t>Problem-Generator</a:t>
          </a:r>
        </a:p>
      </dgm:t>
    </dgm:pt>
    <dgm:pt modelId="{D6A7CD9A-A633-42C6-AE88-D8A47027F310}" type="parTrans" cxnId="{314D8F89-ED42-4FE7-8553-8DA391165D49}">
      <dgm:prSet/>
      <dgm:spPr/>
      <dgm:t>
        <a:bodyPr/>
        <a:lstStyle/>
        <a:p>
          <a:endParaRPr lang="de-DE"/>
        </a:p>
      </dgm:t>
    </dgm:pt>
    <dgm:pt modelId="{BB89DBC5-411B-432E-A9D5-22A5D39464F7}" type="sibTrans" cxnId="{314D8F89-ED42-4FE7-8553-8DA391165D49}">
      <dgm:prSet/>
      <dgm:spPr/>
      <dgm:t>
        <a:bodyPr/>
        <a:lstStyle/>
        <a:p>
          <a:endParaRPr lang="de-DE"/>
        </a:p>
      </dgm:t>
    </dgm:pt>
    <dgm:pt modelId="{B3C0FB98-695A-41AC-AF52-4E78131402DB}">
      <dgm:prSet/>
      <dgm:spPr/>
      <dgm:t>
        <a:bodyPr/>
        <a:lstStyle/>
        <a:p>
          <a:r>
            <a:rPr lang="de-DE" dirty="0"/>
            <a:t>Ergebnisse Hard-Problem</a:t>
          </a:r>
        </a:p>
      </dgm:t>
    </dgm:pt>
    <dgm:pt modelId="{5671C7B4-E8BD-4271-B0FF-0C3E8CF85D22}" type="parTrans" cxnId="{5DCE69B2-CD0C-4D8F-AC9D-A9DEBB7D1536}">
      <dgm:prSet/>
      <dgm:spPr/>
      <dgm:t>
        <a:bodyPr/>
        <a:lstStyle/>
        <a:p>
          <a:endParaRPr lang="de-DE"/>
        </a:p>
      </dgm:t>
    </dgm:pt>
    <dgm:pt modelId="{CE94133D-B04E-48C4-90AC-AD50549716CD}" type="sibTrans" cxnId="{5DCE69B2-CD0C-4D8F-AC9D-A9DEBB7D1536}">
      <dgm:prSet/>
      <dgm:spPr/>
      <dgm:t>
        <a:bodyPr/>
        <a:lstStyle/>
        <a:p>
          <a:endParaRPr lang="de-DE"/>
        </a:p>
      </dgm:t>
    </dgm:pt>
    <dgm:pt modelId="{628ADD88-4952-453F-9C40-ED8C3B57AFF1}">
      <dgm:prSet/>
      <dgm:spPr/>
      <dgm:t>
        <a:bodyPr/>
        <a:lstStyle/>
        <a:p>
          <a:r>
            <a:rPr lang="de-DE"/>
            <a:t>Nutzwertvergleich</a:t>
          </a:r>
        </a:p>
      </dgm:t>
    </dgm:pt>
    <dgm:pt modelId="{C41054D1-C66B-4BCE-8D3F-3FB439A3537C}" type="parTrans" cxnId="{1E0F2841-A9B9-4F04-9625-7497B448843C}">
      <dgm:prSet/>
      <dgm:spPr/>
      <dgm:t>
        <a:bodyPr/>
        <a:lstStyle/>
        <a:p>
          <a:endParaRPr lang="de-DE"/>
        </a:p>
      </dgm:t>
    </dgm:pt>
    <dgm:pt modelId="{1C4EA421-FA81-46D4-88DC-6595EEB3A5A5}" type="sibTrans" cxnId="{1E0F2841-A9B9-4F04-9625-7497B448843C}">
      <dgm:prSet/>
      <dgm:spPr/>
      <dgm:t>
        <a:bodyPr/>
        <a:lstStyle/>
        <a:p>
          <a:endParaRPr lang="de-DE"/>
        </a:p>
      </dgm:t>
    </dgm:pt>
    <dgm:pt modelId="{B7E73165-A0C4-4995-95A2-28C6C9773B40}">
      <dgm:prSet/>
      <dgm:spPr/>
      <dgm:t>
        <a:bodyPr/>
        <a:lstStyle/>
        <a:p>
          <a:r>
            <a:rPr lang="de-DE"/>
            <a:t>Pheromonspur</a:t>
          </a:r>
        </a:p>
      </dgm:t>
    </dgm:pt>
    <dgm:pt modelId="{C833A712-8E8D-4E69-A682-13D0A27B8FA8}" type="parTrans" cxnId="{80FD4E7A-2D08-4571-BACB-6D4BFDB7E315}">
      <dgm:prSet/>
      <dgm:spPr/>
      <dgm:t>
        <a:bodyPr/>
        <a:lstStyle/>
        <a:p>
          <a:endParaRPr lang="de-DE"/>
        </a:p>
      </dgm:t>
    </dgm:pt>
    <dgm:pt modelId="{54537D83-848E-4C43-99B6-028FC3208CBA}" type="sibTrans" cxnId="{80FD4E7A-2D08-4571-BACB-6D4BFDB7E315}">
      <dgm:prSet/>
      <dgm:spPr/>
      <dgm:t>
        <a:bodyPr/>
        <a:lstStyle/>
        <a:p>
          <a:endParaRPr lang="de-DE"/>
        </a:p>
      </dgm:t>
    </dgm:pt>
    <dgm:pt modelId="{F1BEA7EC-9D65-4841-8E46-7495D023AFD9}">
      <dgm:prSet/>
      <dgm:spPr/>
      <dgm:t>
        <a:bodyPr/>
        <a:lstStyle/>
        <a:p>
          <a:r>
            <a:rPr lang="de-DE"/>
            <a:t>Item-Auswahl</a:t>
          </a:r>
        </a:p>
      </dgm:t>
    </dgm:pt>
    <dgm:pt modelId="{6CE5F09F-A3C3-45D8-A40B-3632B605F8AD}" type="parTrans" cxnId="{0ADCD191-4555-449D-9DF8-E7145E8017D1}">
      <dgm:prSet/>
      <dgm:spPr/>
      <dgm:t>
        <a:bodyPr/>
        <a:lstStyle/>
        <a:p>
          <a:endParaRPr lang="de-DE"/>
        </a:p>
      </dgm:t>
    </dgm:pt>
    <dgm:pt modelId="{0DB4D756-BC58-4DA1-A58D-42308A10ACB7}" type="sibTrans" cxnId="{0ADCD191-4555-449D-9DF8-E7145E8017D1}">
      <dgm:prSet/>
      <dgm:spPr/>
      <dgm:t>
        <a:bodyPr/>
        <a:lstStyle/>
        <a:p>
          <a:endParaRPr lang="de-DE"/>
        </a:p>
      </dgm:t>
    </dgm:pt>
    <dgm:pt modelId="{3DCA34E9-2ECD-4833-B3C5-BA4BB919FF8D}">
      <dgm:prSet/>
      <dgm:spPr/>
      <dgm:t>
        <a:bodyPr/>
        <a:lstStyle/>
        <a:p>
          <a:r>
            <a:rPr lang="de-DE"/>
            <a:t>Haupteffekt und Wechselwirkung</a:t>
          </a:r>
        </a:p>
      </dgm:t>
    </dgm:pt>
    <dgm:pt modelId="{1457DB93-3AE4-4D8C-86B9-790EECF98110}" type="parTrans" cxnId="{1BECFD17-BA24-4FA7-9FD3-95CC856F9436}">
      <dgm:prSet/>
      <dgm:spPr/>
      <dgm:t>
        <a:bodyPr/>
        <a:lstStyle/>
        <a:p>
          <a:endParaRPr lang="de-DE"/>
        </a:p>
      </dgm:t>
    </dgm:pt>
    <dgm:pt modelId="{C89AAC7F-5BD6-4ED4-BE4F-D97750AEBF7F}" type="sibTrans" cxnId="{1BECFD17-BA24-4FA7-9FD3-95CC856F9436}">
      <dgm:prSet/>
      <dgm:spPr/>
      <dgm:t>
        <a:bodyPr/>
        <a:lstStyle/>
        <a:p>
          <a:endParaRPr lang="de-DE"/>
        </a:p>
      </dgm:t>
    </dgm:pt>
    <dgm:pt modelId="{BFAE950B-CE96-4897-B5BF-0940F8354B91}">
      <dgm:prSet/>
      <dgm:spPr/>
      <dgm:t>
        <a:bodyPr/>
        <a:lstStyle/>
        <a:p>
          <a:r>
            <a:rPr lang="de-DE"/>
            <a:t>Ergebnisse Easy-Problem</a:t>
          </a:r>
        </a:p>
      </dgm:t>
    </dgm:pt>
    <dgm:pt modelId="{C3322F8A-DFF9-4EDC-B692-1DDC616F9E4A}" type="parTrans" cxnId="{D3C8FA06-CCE3-4028-B372-80CB74119AC8}">
      <dgm:prSet/>
      <dgm:spPr/>
      <dgm:t>
        <a:bodyPr/>
        <a:lstStyle/>
        <a:p>
          <a:endParaRPr lang="de-DE"/>
        </a:p>
      </dgm:t>
    </dgm:pt>
    <dgm:pt modelId="{5CF997EF-8F77-4AA0-815E-BDF7487F87DC}" type="sibTrans" cxnId="{D3C8FA06-CCE3-4028-B372-80CB74119AC8}">
      <dgm:prSet/>
      <dgm:spPr/>
      <dgm:t>
        <a:bodyPr/>
        <a:lstStyle/>
        <a:p>
          <a:endParaRPr lang="de-DE"/>
        </a:p>
      </dgm:t>
    </dgm:pt>
    <dgm:pt modelId="{8A5D18AB-C670-403D-A9A5-BFEDC3087AAF}">
      <dgm:prSet/>
      <dgm:spPr/>
      <dgm:t>
        <a:bodyPr/>
        <a:lstStyle/>
        <a:p>
          <a:r>
            <a:rPr lang="de-DE"/>
            <a:t>Fazit</a:t>
          </a:r>
        </a:p>
      </dgm:t>
    </dgm:pt>
    <dgm:pt modelId="{FD24B781-4914-4BEF-86A9-D57FFD633579}" type="parTrans" cxnId="{1E2F15B5-AC13-433D-AC9F-A84EEC80DD7C}">
      <dgm:prSet/>
      <dgm:spPr/>
      <dgm:t>
        <a:bodyPr/>
        <a:lstStyle/>
        <a:p>
          <a:endParaRPr lang="de-DE"/>
        </a:p>
      </dgm:t>
    </dgm:pt>
    <dgm:pt modelId="{5EE6298A-2073-4607-A918-05C8A6F51ED1}" type="sibTrans" cxnId="{1E2F15B5-AC13-433D-AC9F-A84EEC80DD7C}">
      <dgm:prSet/>
      <dgm:spPr/>
      <dgm:t>
        <a:bodyPr/>
        <a:lstStyle/>
        <a:p>
          <a:endParaRPr lang="de-DE"/>
        </a:p>
      </dgm:t>
    </dgm:pt>
    <dgm:pt modelId="{10481495-EEDA-4728-9FA2-EFA61D9B4177}">
      <dgm:prSet/>
      <dgm:spPr/>
      <dgm:t>
        <a:bodyPr/>
        <a:lstStyle/>
        <a:p>
          <a:r>
            <a:rPr lang="de-DE"/>
            <a:t>Parameter-Leitfaden für die Praxis</a:t>
          </a:r>
        </a:p>
      </dgm:t>
    </dgm:pt>
    <dgm:pt modelId="{B9C32016-CFDB-41BB-8E52-8D8060435AC2}" type="parTrans" cxnId="{A1C52442-4AD5-4B00-856B-2849D4B9FC3D}">
      <dgm:prSet/>
      <dgm:spPr/>
      <dgm:t>
        <a:bodyPr/>
        <a:lstStyle/>
        <a:p>
          <a:endParaRPr lang="de-DE"/>
        </a:p>
      </dgm:t>
    </dgm:pt>
    <dgm:pt modelId="{165658A7-9CB6-458C-BDE2-8C7D74B43A16}" type="sibTrans" cxnId="{A1C52442-4AD5-4B00-856B-2849D4B9FC3D}">
      <dgm:prSet/>
      <dgm:spPr/>
      <dgm:t>
        <a:bodyPr/>
        <a:lstStyle/>
        <a:p>
          <a:endParaRPr lang="de-DE"/>
        </a:p>
      </dgm:t>
    </dgm:pt>
    <dgm:pt modelId="{C2E8EF22-AEEC-4526-BDE3-785DCE2BD2D0}" type="pres">
      <dgm:prSet presAssocID="{800D7FE9-749E-4CE9-9E1E-CCE17ACDBEAA}" presName="linear" presStyleCnt="0">
        <dgm:presLayoutVars>
          <dgm:animLvl val="lvl"/>
          <dgm:resizeHandles val="exact"/>
        </dgm:presLayoutVars>
      </dgm:prSet>
      <dgm:spPr/>
    </dgm:pt>
    <dgm:pt modelId="{B8E3E36B-686F-4004-970D-1838ED294B9B}" type="pres">
      <dgm:prSet presAssocID="{C177AD5E-E41D-4A44-943B-A76BD06D1291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D5A7FD0E-C853-4CEB-A98A-95F8529FBDC1}" type="pres">
      <dgm:prSet presAssocID="{9A317D91-DB11-46C4-8388-3BE7D09DE298}" presName="spacer" presStyleCnt="0"/>
      <dgm:spPr/>
    </dgm:pt>
    <dgm:pt modelId="{60D7AACB-3C6C-42FC-99D8-833AE7133870}" type="pres">
      <dgm:prSet presAssocID="{06FBB6E6-F11B-4CEF-95C0-99A9F7E1D2D6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F4EE3944-D952-4405-B1CB-75AA76047674}" type="pres">
      <dgm:prSet presAssocID="{BB89DBC5-411B-432E-A9D5-22A5D39464F7}" presName="spacer" presStyleCnt="0"/>
      <dgm:spPr/>
    </dgm:pt>
    <dgm:pt modelId="{B4277D94-35C1-42EE-BB47-AFF23113111D}" type="pres">
      <dgm:prSet presAssocID="{B3C0FB98-695A-41AC-AF52-4E78131402DB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E5529E41-BF8E-4FA7-97FE-9D3C2DF4128D}" type="pres">
      <dgm:prSet presAssocID="{B3C0FB98-695A-41AC-AF52-4E78131402DB}" presName="childText" presStyleLbl="revTx" presStyleIdx="0" presStyleCnt="1">
        <dgm:presLayoutVars>
          <dgm:bulletEnabled val="1"/>
        </dgm:presLayoutVars>
      </dgm:prSet>
      <dgm:spPr/>
    </dgm:pt>
    <dgm:pt modelId="{02E0E075-2021-4810-BC67-3A0BD4F38111}" type="pres">
      <dgm:prSet presAssocID="{3DCA34E9-2ECD-4833-B3C5-BA4BB919FF8D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CC97D651-A6A3-4BDC-B8F1-2474F1D86598}" type="pres">
      <dgm:prSet presAssocID="{C89AAC7F-5BD6-4ED4-BE4F-D97750AEBF7F}" presName="spacer" presStyleCnt="0"/>
      <dgm:spPr/>
    </dgm:pt>
    <dgm:pt modelId="{11A28637-5368-4FF1-B2F8-C7F8B33535A5}" type="pres">
      <dgm:prSet presAssocID="{BFAE950B-CE96-4897-B5BF-0940F8354B91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B2132FAF-8A02-4463-9928-767BE2134E6B}" type="pres">
      <dgm:prSet presAssocID="{5CF997EF-8F77-4AA0-815E-BDF7487F87DC}" presName="spacer" presStyleCnt="0"/>
      <dgm:spPr/>
    </dgm:pt>
    <dgm:pt modelId="{EED52188-F2CD-4EAF-91D9-870FF5114D47}" type="pres">
      <dgm:prSet presAssocID="{8A5D18AB-C670-403D-A9A5-BFEDC3087AAF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4595EEED-664F-4AE1-917B-35AE3BB6F0DD}" type="pres">
      <dgm:prSet presAssocID="{5EE6298A-2073-4607-A918-05C8A6F51ED1}" presName="spacer" presStyleCnt="0"/>
      <dgm:spPr/>
    </dgm:pt>
    <dgm:pt modelId="{C53F4E56-5E90-49C3-91EE-246C4C1D3286}" type="pres">
      <dgm:prSet presAssocID="{10481495-EEDA-4728-9FA2-EFA61D9B4177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D3C8FA06-CCE3-4028-B372-80CB74119AC8}" srcId="{800D7FE9-749E-4CE9-9E1E-CCE17ACDBEAA}" destId="{BFAE950B-CE96-4897-B5BF-0940F8354B91}" srcOrd="4" destOrd="0" parTransId="{C3322F8A-DFF9-4EDC-B692-1DDC616F9E4A}" sibTransId="{5CF997EF-8F77-4AA0-815E-BDF7487F87DC}"/>
    <dgm:cxn modelId="{7E1D6407-487C-4D9F-8F5D-DD0EF9C44372}" type="presOf" srcId="{3DCA34E9-2ECD-4833-B3C5-BA4BB919FF8D}" destId="{02E0E075-2021-4810-BC67-3A0BD4F38111}" srcOrd="0" destOrd="0" presId="urn:microsoft.com/office/officeart/2005/8/layout/vList2"/>
    <dgm:cxn modelId="{1BECFD17-BA24-4FA7-9FD3-95CC856F9436}" srcId="{800D7FE9-749E-4CE9-9E1E-CCE17ACDBEAA}" destId="{3DCA34E9-2ECD-4833-B3C5-BA4BB919FF8D}" srcOrd="3" destOrd="0" parTransId="{1457DB93-3AE4-4D8C-86B9-790EECF98110}" sibTransId="{C89AAC7F-5BD6-4ED4-BE4F-D97750AEBF7F}"/>
    <dgm:cxn modelId="{9884235D-1372-45DE-BDE1-AB4AE39513A8}" type="presOf" srcId="{800D7FE9-749E-4CE9-9E1E-CCE17ACDBEAA}" destId="{C2E8EF22-AEEC-4526-BDE3-785DCE2BD2D0}" srcOrd="0" destOrd="0" presId="urn:microsoft.com/office/officeart/2005/8/layout/vList2"/>
    <dgm:cxn modelId="{BD218260-2BE6-4AC5-8CEB-730233B7EBEA}" type="presOf" srcId="{06FBB6E6-F11B-4CEF-95C0-99A9F7E1D2D6}" destId="{60D7AACB-3C6C-42FC-99D8-833AE7133870}" srcOrd="0" destOrd="0" presId="urn:microsoft.com/office/officeart/2005/8/layout/vList2"/>
    <dgm:cxn modelId="{1E0F2841-A9B9-4F04-9625-7497B448843C}" srcId="{B3C0FB98-695A-41AC-AF52-4E78131402DB}" destId="{628ADD88-4952-453F-9C40-ED8C3B57AFF1}" srcOrd="0" destOrd="0" parTransId="{C41054D1-C66B-4BCE-8D3F-3FB439A3537C}" sibTransId="{1C4EA421-FA81-46D4-88DC-6595EEB3A5A5}"/>
    <dgm:cxn modelId="{A1C52442-4AD5-4B00-856B-2849D4B9FC3D}" srcId="{800D7FE9-749E-4CE9-9E1E-CCE17ACDBEAA}" destId="{10481495-EEDA-4728-9FA2-EFA61D9B4177}" srcOrd="6" destOrd="0" parTransId="{B9C32016-CFDB-41BB-8E52-8D8060435AC2}" sibTransId="{165658A7-9CB6-458C-BDE2-8C7D74B43A16}"/>
    <dgm:cxn modelId="{80FD4E7A-2D08-4571-BACB-6D4BFDB7E315}" srcId="{B3C0FB98-695A-41AC-AF52-4E78131402DB}" destId="{B7E73165-A0C4-4995-95A2-28C6C9773B40}" srcOrd="1" destOrd="0" parTransId="{C833A712-8E8D-4E69-A682-13D0A27B8FA8}" sibTransId="{54537D83-848E-4C43-99B6-028FC3208CBA}"/>
    <dgm:cxn modelId="{314D8F89-ED42-4FE7-8553-8DA391165D49}" srcId="{800D7FE9-749E-4CE9-9E1E-CCE17ACDBEAA}" destId="{06FBB6E6-F11B-4CEF-95C0-99A9F7E1D2D6}" srcOrd="1" destOrd="0" parTransId="{D6A7CD9A-A633-42C6-AE88-D8A47027F310}" sibTransId="{BB89DBC5-411B-432E-A9D5-22A5D39464F7}"/>
    <dgm:cxn modelId="{0ADCD191-4555-449D-9DF8-E7145E8017D1}" srcId="{B3C0FB98-695A-41AC-AF52-4E78131402DB}" destId="{F1BEA7EC-9D65-4841-8E46-7495D023AFD9}" srcOrd="2" destOrd="0" parTransId="{6CE5F09F-A3C3-45D8-A40B-3632B605F8AD}" sibTransId="{0DB4D756-BC58-4DA1-A58D-42308A10ACB7}"/>
    <dgm:cxn modelId="{99B12494-2D4B-44D9-841C-3D6EEE063812}" srcId="{800D7FE9-749E-4CE9-9E1E-CCE17ACDBEAA}" destId="{C177AD5E-E41D-4A44-943B-A76BD06D1291}" srcOrd="0" destOrd="0" parTransId="{07104AC0-58C4-4AA2-B9ED-96BE960EE46F}" sibTransId="{9A317D91-DB11-46C4-8388-3BE7D09DE298}"/>
    <dgm:cxn modelId="{31B31398-178B-48FC-9825-8A3770FB6C42}" type="presOf" srcId="{628ADD88-4952-453F-9C40-ED8C3B57AFF1}" destId="{E5529E41-BF8E-4FA7-97FE-9D3C2DF4128D}" srcOrd="0" destOrd="0" presId="urn:microsoft.com/office/officeart/2005/8/layout/vList2"/>
    <dgm:cxn modelId="{88928C99-CE14-4A70-A211-8BB7B20ED3BD}" type="presOf" srcId="{BFAE950B-CE96-4897-B5BF-0940F8354B91}" destId="{11A28637-5368-4FF1-B2F8-C7F8B33535A5}" srcOrd="0" destOrd="0" presId="urn:microsoft.com/office/officeart/2005/8/layout/vList2"/>
    <dgm:cxn modelId="{78D763A1-2331-49B6-B08C-B55BA9B5308C}" type="presOf" srcId="{C177AD5E-E41D-4A44-943B-A76BD06D1291}" destId="{B8E3E36B-686F-4004-970D-1838ED294B9B}" srcOrd="0" destOrd="0" presId="urn:microsoft.com/office/officeart/2005/8/layout/vList2"/>
    <dgm:cxn modelId="{A835F2AB-2B43-4E2D-BB49-940BDA587550}" type="presOf" srcId="{B3C0FB98-695A-41AC-AF52-4E78131402DB}" destId="{B4277D94-35C1-42EE-BB47-AFF23113111D}" srcOrd="0" destOrd="0" presId="urn:microsoft.com/office/officeart/2005/8/layout/vList2"/>
    <dgm:cxn modelId="{58AE6FAD-894C-43DF-A4DA-C562DFB7786A}" type="presOf" srcId="{F1BEA7EC-9D65-4841-8E46-7495D023AFD9}" destId="{E5529E41-BF8E-4FA7-97FE-9D3C2DF4128D}" srcOrd="0" destOrd="2" presId="urn:microsoft.com/office/officeart/2005/8/layout/vList2"/>
    <dgm:cxn modelId="{5DCE69B2-CD0C-4D8F-AC9D-A9DEBB7D1536}" srcId="{800D7FE9-749E-4CE9-9E1E-CCE17ACDBEAA}" destId="{B3C0FB98-695A-41AC-AF52-4E78131402DB}" srcOrd="2" destOrd="0" parTransId="{5671C7B4-E8BD-4271-B0FF-0C3E8CF85D22}" sibTransId="{CE94133D-B04E-48C4-90AC-AD50549716CD}"/>
    <dgm:cxn modelId="{1E2F15B5-AC13-433D-AC9F-A84EEC80DD7C}" srcId="{800D7FE9-749E-4CE9-9E1E-CCE17ACDBEAA}" destId="{8A5D18AB-C670-403D-A9A5-BFEDC3087AAF}" srcOrd="5" destOrd="0" parTransId="{FD24B781-4914-4BEF-86A9-D57FFD633579}" sibTransId="{5EE6298A-2073-4607-A918-05C8A6F51ED1}"/>
    <dgm:cxn modelId="{C98635CE-5866-4A16-ACA1-1C4E82452EA1}" type="presOf" srcId="{8A5D18AB-C670-403D-A9A5-BFEDC3087AAF}" destId="{EED52188-F2CD-4EAF-91D9-870FF5114D47}" srcOrd="0" destOrd="0" presId="urn:microsoft.com/office/officeart/2005/8/layout/vList2"/>
    <dgm:cxn modelId="{AC4F60EA-171A-4558-9095-FD343F9C983B}" type="presOf" srcId="{10481495-EEDA-4728-9FA2-EFA61D9B4177}" destId="{C53F4E56-5E90-49C3-91EE-246C4C1D3286}" srcOrd="0" destOrd="0" presId="urn:microsoft.com/office/officeart/2005/8/layout/vList2"/>
    <dgm:cxn modelId="{E8E959EA-F1E9-4280-BC65-2A1789DA9B10}" type="presOf" srcId="{B7E73165-A0C4-4995-95A2-28C6C9773B40}" destId="{E5529E41-BF8E-4FA7-97FE-9D3C2DF4128D}" srcOrd="0" destOrd="1" presId="urn:microsoft.com/office/officeart/2005/8/layout/vList2"/>
    <dgm:cxn modelId="{C702654E-FD0F-4F39-8A6D-B053AAA61C74}" type="presParOf" srcId="{C2E8EF22-AEEC-4526-BDE3-785DCE2BD2D0}" destId="{B8E3E36B-686F-4004-970D-1838ED294B9B}" srcOrd="0" destOrd="0" presId="urn:microsoft.com/office/officeart/2005/8/layout/vList2"/>
    <dgm:cxn modelId="{D3A7BAE0-0E17-437E-A61C-40CB5317D30B}" type="presParOf" srcId="{C2E8EF22-AEEC-4526-BDE3-785DCE2BD2D0}" destId="{D5A7FD0E-C853-4CEB-A98A-95F8529FBDC1}" srcOrd="1" destOrd="0" presId="urn:microsoft.com/office/officeart/2005/8/layout/vList2"/>
    <dgm:cxn modelId="{184721E9-385F-4B47-B617-715BE03CF283}" type="presParOf" srcId="{C2E8EF22-AEEC-4526-BDE3-785DCE2BD2D0}" destId="{60D7AACB-3C6C-42FC-99D8-833AE7133870}" srcOrd="2" destOrd="0" presId="urn:microsoft.com/office/officeart/2005/8/layout/vList2"/>
    <dgm:cxn modelId="{394F05DB-AAB0-4EC4-878D-96A4D0B50CEA}" type="presParOf" srcId="{C2E8EF22-AEEC-4526-BDE3-785DCE2BD2D0}" destId="{F4EE3944-D952-4405-B1CB-75AA76047674}" srcOrd="3" destOrd="0" presId="urn:microsoft.com/office/officeart/2005/8/layout/vList2"/>
    <dgm:cxn modelId="{B8D1202F-C319-4397-8B99-4E893C742A54}" type="presParOf" srcId="{C2E8EF22-AEEC-4526-BDE3-785DCE2BD2D0}" destId="{B4277D94-35C1-42EE-BB47-AFF23113111D}" srcOrd="4" destOrd="0" presId="urn:microsoft.com/office/officeart/2005/8/layout/vList2"/>
    <dgm:cxn modelId="{08F749DE-45DC-4719-A153-3229F8AEABF8}" type="presParOf" srcId="{C2E8EF22-AEEC-4526-BDE3-785DCE2BD2D0}" destId="{E5529E41-BF8E-4FA7-97FE-9D3C2DF4128D}" srcOrd="5" destOrd="0" presId="urn:microsoft.com/office/officeart/2005/8/layout/vList2"/>
    <dgm:cxn modelId="{5C29529F-C8B7-4892-8ABB-B8AEAF975CCF}" type="presParOf" srcId="{C2E8EF22-AEEC-4526-BDE3-785DCE2BD2D0}" destId="{02E0E075-2021-4810-BC67-3A0BD4F38111}" srcOrd="6" destOrd="0" presId="urn:microsoft.com/office/officeart/2005/8/layout/vList2"/>
    <dgm:cxn modelId="{321AD73B-2599-4559-A2D8-9F99EA352775}" type="presParOf" srcId="{C2E8EF22-AEEC-4526-BDE3-785DCE2BD2D0}" destId="{CC97D651-A6A3-4BDC-B8F1-2474F1D86598}" srcOrd="7" destOrd="0" presId="urn:microsoft.com/office/officeart/2005/8/layout/vList2"/>
    <dgm:cxn modelId="{C6966881-3224-4714-B5BF-6C97C83F9229}" type="presParOf" srcId="{C2E8EF22-AEEC-4526-BDE3-785DCE2BD2D0}" destId="{11A28637-5368-4FF1-B2F8-C7F8B33535A5}" srcOrd="8" destOrd="0" presId="urn:microsoft.com/office/officeart/2005/8/layout/vList2"/>
    <dgm:cxn modelId="{63668235-C0BC-46C7-9869-8CB116AE3602}" type="presParOf" srcId="{C2E8EF22-AEEC-4526-BDE3-785DCE2BD2D0}" destId="{B2132FAF-8A02-4463-9928-767BE2134E6B}" srcOrd="9" destOrd="0" presId="urn:microsoft.com/office/officeart/2005/8/layout/vList2"/>
    <dgm:cxn modelId="{FEABCB4D-3021-48FD-8F3E-D36A45ED27F4}" type="presParOf" srcId="{C2E8EF22-AEEC-4526-BDE3-785DCE2BD2D0}" destId="{EED52188-F2CD-4EAF-91D9-870FF5114D47}" srcOrd="10" destOrd="0" presId="urn:microsoft.com/office/officeart/2005/8/layout/vList2"/>
    <dgm:cxn modelId="{F926FC23-7AF8-4138-9ADE-3B56F3DB6C0F}" type="presParOf" srcId="{C2E8EF22-AEEC-4526-BDE3-785DCE2BD2D0}" destId="{4595EEED-664F-4AE1-917B-35AE3BB6F0DD}" srcOrd="11" destOrd="0" presId="urn:microsoft.com/office/officeart/2005/8/layout/vList2"/>
    <dgm:cxn modelId="{B2D9A837-33E9-4D85-9945-BC7D888AE360}" type="presParOf" srcId="{C2E8EF22-AEEC-4526-BDE3-785DCE2BD2D0}" destId="{C53F4E56-5E90-49C3-91EE-246C4C1D3286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8E3E36B-686F-4004-970D-1838ED294B9B}">
      <dsp:nvSpPr>
        <dsp:cNvPr id="0" name=""/>
        <dsp:cNvSpPr/>
      </dsp:nvSpPr>
      <dsp:spPr>
        <a:xfrm>
          <a:off x="0" y="83467"/>
          <a:ext cx="10515600" cy="491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Algorithmus – Ortsabhängiger Ant-Cycle</a:t>
          </a:r>
        </a:p>
      </dsp:txBody>
      <dsp:txXfrm>
        <a:off x="23988" y="107455"/>
        <a:ext cx="10467624" cy="443424"/>
      </dsp:txXfrm>
    </dsp:sp>
    <dsp:sp modelId="{60D7AACB-3C6C-42FC-99D8-833AE7133870}">
      <dsp:nvSpPr>
        <dsp:cNvPr id="0" name=""/>
        <dsp:cNvSpPr/>
      </dsp:nvSpPr>
      <dsp:spPr>
        <a:xfrm>
          <a:off x="0" y="632467"/>
          <a:ext cx="10515600" cy="491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Problem-Generator</a:t>
          </a:r>
        </a:p>
      </dsp:txBody>
      <dsp:txXfrm>
        <a:off x="23988" y="656455"/>
        <a:ext cx="10467624" cy="443424"/>
      </dsp:txXfrm>
    </dsp:sp>
    <dsp:sp modelId="{B4277D94-35C1-42EE-BB47-AFF23113111D}">
      <dsp:nvSpPr>
        <dsp:cNvPr id="0" name=""/>
        <dsp:cNvSpPr/>
      </dsp:nvSpPr>
      <dsp:spPr>
        <a:xfrm>
          <a:off x="0" y="1181468"/>
          <a:ext cx="10515600" cy="491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Ergebnisse Hard-Problem</a:t>
          </a:r>
        </a:p>
      </dsp:txBody>
      <dsp:txXfrm>
        <a:off x="23988" y="1205456"/>
        <a:ext cx="10467624" cy="443424"/>
      </dsp:txXfrm>
    </dsp:sp>
    <dsp:sp modelId="{E5529E41-BF8E-4FA7-97FE-9D3C2DF4128D}">
      <dsp:nvSpPr>
        <dsp:cNvPr id="0" name=""/>
        <dsp:cNvSpPr/>
      </dsp:nvSpPr>
      <dsp:spPr>
        <a:xfrm>
          <a:off x="0" y="1672868"/>
          <a:ext cx="10515600" cy="82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25400" rIns="142240" bIns="25400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600" kern="1200"/>
            <a:t>Nutzwertvergleich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600" kern="1200"/>
            <a:t>Pheromonspur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1600" kern="1200"/>
            <a:t>Item-Auswahl</a:t>
          </a:r>
        </a:p>
      </dsp:txBody>
      <dsp:txXfrm>
        <a:off x="0" y="1672868"/>
        <a:ext cx="10515600" cy="828000"/>
      </dsp:txXfrm>
    </dsp:sp>
    <dsp:sp modelId="{02E0E075-2021-4810-BC67-3A0BD4F38111}">
      <dsp:nvSpPr>
        <dsp:cNvPr id="0" name=""/>
        <dsp:cNvSpPr/>
      </dsp:nvSpPr>
      <dsp:spPr>
        <a:xfrm>
          <a:off x="0" y="2500868"/>
          <a:ext cx="10515600" cy="491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Haupteffekt und Wechselwirkung</a:t>
          </a:r>
        </a:p>
      </dsp:txBody>
      <dsp:txXfrm>
        <a:off x="23988" y="2524856"/>
        <a:ext cx="10467624" cy="443424"/>
      </dsp:txXfrm>
    </dsp:sp>
    <dsp:sp modelId="{11A28637-5368-4FF1-B2F8-C7F8B33535A5}">
      <dsp:nvSpPr>
        <dsp:cNvPr id="0" name=""/>
        <dsp:cNvSpPr/>
      </dsp:nvSpPr>
      <dsp:spPr>
        <a:xfrm>
          <a:off x="0" y="3049868"/>
          <a:ext cx="10515600" cy="491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Ergebnisse Easy-Problem</a:t>
          </a:r>
        </a:p>
      </dsp:txBody>
      <dsp:txXfrm>
        <a:off x="23988" y="3073856"/>
        <a:ext cx="10467624" cy="443424"/>
      </dsp:txXfrm>
    </dsp:sp>
    <dsp:sp modelId="{EED52188-F2CD-4EAF-91D9-870FF5114D47}">
      <dsp:nvSpPr>
        <dsp:cNvPr id="0" name=""/>
        <dsp:cNvSpPr/>
      </dsp:nvSpPr>
      <dsp:spPr>
        <a:xfrm>
          <a:off x="0" y="3598868"/>
          <a:ext cx="10515600" cy="491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Fazit</a:t>
          </a:r>
        </a:p>
      </dsp:txBody>
      <dsp:txXfrm>
        <a:off x="23988" y="3622856"/>
        <a:ext cx="10467624" cy="443424"/>
      </dsp:txXfrm>
    </dsp:sp>
    <dsp:sp modelId="{C53F4E56-5E90-49C3-91EE-246C4C1D3286}">
      <dsp:nvSpPr>
        <dsp:cNvPr id="0" name=""/>
        <dsp:cNvSpPr/>
      </dsp:nvSpPr>
      <dsp:spPr>
        <a:xfrm>
          <a:off x="0" y="4147868"/>
          <a:ext cx="10515600" cy="49140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Parameter-Leitfaden für die Praxis</a:t>
          </a:r>
        </a:p>
      </dsp:txBody>
      <dsp:txXfrm>
        <a:off x="23988" y="4171856"/>
        <a:ext cx="10467624" cy="44342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B88B2D-3E06-4D7C-A936-365E30E787AF}" type="datetimeFigureOut">
              <a:rPr lang="de-DE" smtClean="0"/>
              <a:t>21.06.2026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3B04BC-11A1-436E-82D8-12006A6BF31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06412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3B04BC-11A1-436E-82D8-12006A6BF312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53651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E52D0B-552C-7472-C8DF-1569B9B52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9126887-1428-3B7C-A0DB-41B52BE21D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33A7C77-A575-4FD9-D1F8-53D0D68AA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4ABB4A-2E10-42F0-F1D7-558D6A036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A455FC7-1FCF-E3CF-C15A-D3B0F43C1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8013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71B6CB-109F-6F59-09AC-758E8CD73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273D295-45AE-1E7C-F50A-5669974E2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B66FBF9-A366-35BD-0D2B-096D1D225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9769BA7-9F3B-533A-8982-B5061863B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6E16AE-3095-B406-1407-7D1F1284D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324639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840AA9-7414-A8B5-0E57-8649633F1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376F86C-D6B5-19A1-EACA-33C117627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946819-E807-4A05-8CCA-E78390A1C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D452F2C-8482-883A-C16E-26D101C6E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D273C0-A350-FF95-A1E6-3760E175F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714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4279D8-6FEE-7226-19AA-3DEAD4AF7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26ABEB-6397-74A3-4F24-CCFFB25E42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9C063AE-F96A-EAD5-41AD-6412EB1C51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78DF2C-3E52-4606-666D-849C7159C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7447C86-CE6D-37D9-FDC5-FC5CE4747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1886A48-D4CC-3683-0B5D-87BB53BC9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46477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556BA4-562C-FC38-B845-710E079A7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744915-31C6-C53C-C34B-20169AF0C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FD31D62-E510-36EE-DE49-DB929D0537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1DDA4ED-BA83-8C01-3881-F94AED607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D794491-2FDB-F4CF-E819-DF4ACFD23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818242D-A3F5-C6AD-1652-A2B21333A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02E1605-4EF9-57B6-4DCE-712185681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E267C24-41BD-2C25-033F-97BB6846A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6279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279756-41EB-17ED-70BD-29DD6345F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31C07F5-048D-C2B2-9D3F-A12C2F356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DEFCEDC-335A-0F63-155B-64AE313B6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26F02F-06D4-5B05-E5CA-7A3BDFD00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253072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5936720-B54C-2F36-2DDD-A4618F630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29C29A7-149C-2827-6F2A-5BE0B55D9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C223F82-19B6-4108-48C4-168ED039D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12366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A2B435-4296-2BFC-0D52-2F87169B5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E35945-FD01-7367-39B3-8B796D257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960BE0A-F9AC-3C0F-97DD-9442DD0A2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8B6D00A-6519-250B-97B3-91490AE40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E5B0FFE-D8AD-80B9-8D1D-D05FCBB0F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D11B7D7-97DF-71DD-61A2-8BABFC77F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7507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E67AE3-89DB-4BF9-EC74-876C9C22D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02325FF-AB72-5FE0-8F23-D76A19FD34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C4905AF-429B-A898-11D8-ECA55DD579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F953F87-5892-1181-B96E-30F30DA4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5B4AC24-C295-6E22-92A7-B16D65E1F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DD1FCC8-B612-0D0B-C6B5-BD858B280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74263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264D8C-E19C-3E69-25EC-EFC3D03AB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8DE0BDB-6CA6-F2A5-8C62-30714E04D8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B0BE7DB-1CC9-3F7E-0D85-0525F8063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631C15C-6B3D-76F3-F3C0-61DBA2C14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B7FC1F-FE05-16E6-2B42-1D764A72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8630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AB36AC7-B9B9-A01B-6721-32FC3AC14B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FCBE66A-0CC8-BD51-4DB2-6B425267AB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2A8A207-A11B-691D-9FA7-1191E3C7A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8359AF7-85AC-BD85-83D7-B33AF734D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89E8C8-6F9B-3531-808C-C968C328F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5939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59D5354-F267-37F5-4238-9B93C8A43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53A2F9B-2C24-01D0-74B8-73A671B23D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BA0203-B6AA-88A0-62D3-C57446875F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22.03.2025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65BE39-42B0-5E09-CF08-4C62DEFD03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A2BA73D-DB39-81F8-86CA-2F7250EF7D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0E45F0-5197-4D99-A0B0-CC09E9235134}" type="slidenum">
              <a:rPr lang="de-DE" smtClean="0"/>
              <a:t>‹Nr.›</a:t>
            </a:fld>
            <a:endParaRPr lang="de-DE"/>
          </a:p>
        </p:txBody>
      </p:sp>
      <p:pic>
        <p:nvPicPr>
          <p:cNvPr id="7" name="Picture 2" descr="HSBI-Studie: Transparente Strukturen können Arbeitszufriedenheit in ...">
            <a:extLst>
              <a:ext uri="{FF2B5EF4-FFF2-40B4-BE49-F238E27FC236}">
                <a16:creationId xmlns:a16="http://schemas.microsoft.com/office/drawing/2014/main" id="{977994B9-1F11-E708-E538-297FC4B14F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1822" y="292535"/>
            <a:ext cx="2252356" cy="461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1999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E25965-E8D2-89CA-ABA6-A83478AE8A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1193800"/>
            <a:ext cx="9144000" cy="2387600"/>
          </a:xfrm>
        </p:spPr>
        <p:txBody>
          <a:bodyPr/>
          <a:lstStyle/>
          <a:p>
            <a:r>
              <a:rPr lang="de-DE" dirty="0"/>
              <a:t>BMO-Projekt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F6AF82B-A7FA-77CF-693C-C1A5A5D417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93800"/>
            <a:ext cx="9144000" cy="1655762"/>
          </a:xfrm>
        </p:spPr>
        <p:txBody>
          <a:bodyPr>
            <a:normAutofit/>
          </a:bodyPr>
          <a:lstStyle/>
          <a:p>
            <a:r>
              <a:rPr lang="de-DE" sz="3600" dirty="0"/>
              <a:t>Ameisenalgorithmen und das Rucksackproblem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4F996406-0D13-A890-5782-A69BCEC75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5792" y="2261893"/>
            <a:ext cx="7900416" cy="4309318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333337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C52B9C-6788-2245-06B9-34B408CC6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Inhaltsverzeichnis</a:t>
            </a: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15F904F0-89E1-6A1F-16BC-6D12345054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9480029"/>
              </p:ext>
            </p:extLst>
          </p:nvPr>
        </p:nvGraphicFramePr>
        <p:xfrm>
          <a:off x="838200" y="1454227"/>
          <a:ext cx="10515600" cy="47227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2B41879-BE78-2348-320D-BC8C88A10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20.06.2026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905E73F-C8A2-688C-A1EA-86FF0ECC3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5542306-1193-7968-D5B1-036BCE10D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94659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BE5F3B-E5A3-3B61-1565-BD3142A65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Ortsabhängiger Ant-Cycle Algorithmus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419ED52-81D0-EE21-5D00-FADC1EFF0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20.06.2026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B86595D-937A-33F9-036F-70B78D29D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C58F452-653A-3F47-A4B5-8B41D2D4D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FFFFFA1-839C-5256-ECAD-B7BD134190CC}"/>
                  </a:ext>
                </a:extLst>
              </p:cNvPr>
              <p:cNvSpPr txBox="1"/>
              <p:nvPr/>
            </p:nvSpPr>
            <p:spPr>
              <a:xfrm>
                <a:off x="3360352" y="3238032"/>
                <a:ext cx="5523820" cy="15102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de-DE" sz="3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de-DE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de-DE" sz="36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de-DE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e-DE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sup>
                          </m:sSup>
                          <m:r>
                            <a:rPr lang="de-DE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∗</m:t>
                          </m:r>
                          <m:sSup>
                            <m:sSupPr>
                              <m:ctrlPr>
                                <a:rPr lang="de-DE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de-DE" sz="3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de-DE" sz="3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3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𝜂</m:t>
                                      </m:r>
                                    </m:e>
                                    <m:sub>
                                      <m:r>
                                        <a:rPr lang="de-DE" sz="36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de-DE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de-DE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sz="36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r>
                                <a:rPr lang="de-DE" sz="3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𝑓𝑒𝑎𝑠𝑖𝑏𝑙𝑒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de-DE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de-DE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sz="3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3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𝜏</m:t>
                                          </m:r>
                                        </m:e>
                                        <m:sub>
                                          <m:r>
                                            <a:rPr lang="de-DE" sz="36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sup>
                              </m:sSup>
                              <m:r>
                                <a:rPr lang="de-DE" sz="3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  <m:sSup>
                                <m:sSupPr>
                                  <m:ctrlPr>
                                    <a:rPr lang="de-DE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de-DE" sz="3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sz="3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3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𝜂</m:t>
                                          </m:r>
                                        </m:e>
                                        <m:sub>
                                          <m:r>
                                            <a:rPr lang="de-DE" sz="36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sz="3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de-DE" sz="36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2FFFFFA1-839C-5256-ECAD-B7BD13419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0352" y="3238032"/>
                <a:ext cx="5523820" cy="151022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feld 7">
            <a:extLst>
              <a:ext uri="{FF2B5EF4-FFF2-40B4-BE49-F238E27FC236}">
                <a16:creationId xmlns:a16="http://schemas.microsoft.com/office/drawing/2014/main" id="{19961575-6AFB-32B8-2348-DBD4F184DBB4}"/>
              </a:ext>
            </a:extLst>
          </p:cNvPr>
          <p:cNvSpPr txBox="1"/>
          <p:nvPr/>
        </p:nvSpPr>
        <p:spPr>
          <a:xfrm>
            <a:off x="47923" y="5226723"/>
            <a:ext cx="5714962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de-DE" sz="2400" dirty="0"/>
              <a:t>Alle möglichen Items (Kandidatenmenge):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2400" dirty="0"/>
              <a:t>Nicht im Rucksack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2400" dirty="0"/>
              <a:t>Nicht zu groß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A54CDF6-3351-758F-A588-011EFB6B9A35}"/>
                  </a:ext>
                </a:extLst>
              </p:cNvPr>
              <p:cNvSpPr txBox="1"/>
              <p:nvPr/>
            </p:nvSpPr>
            <p:spPr>
              <a:xfrm>
                <a:off x="9339812" y="1456167"/>
                <a:ext cx="2185278" cy="200112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Heuristik: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num>
                        <m:den>
                          <m:func>
                            <m:funcPr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DE" sz="240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ctrlPr>
                                    <a:rPr lang="de-DE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de-DE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de-DE" sz="2400" i="1" smtClean="0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EA54CDF6-3351-758F-A588-011EFB6B9A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9812" y="1456167"/>
                <a:ext cx="2185278" cy="2001125"/>
              </a:xfrm>
              <a:prstGeom prst="rect">
                <a:avLst/>
              </a:prstGeom>
              <a:blipFill>
                <a:blip r:embed="rId3"/>
                <a:stretch>
                  <a:fillRect l="-3867" t="-211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29845057-E4C4-88A1-B908-CA5BDDB698F6}"/>
              </a:ext>
            </a:extLst>
          </p:cNvPr>
          <p:cNvSpPr txBox="1"/>
          <p:nvPr/>
        </p:nvSpPr>
        <p:spPr>
          <a:xfrm>
            <a:off x="9339812" y="3717463"/>
            <a:ext cx="2518813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Sensitivität gegenüber </a:t>
            </a:r>
          </a:p>
          <a:p>
            <a:r>
              <a:rPr lang="de-DE" sz="2400" dirty="0"/>
              <a:t>der Heuristik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523EE4F5-A6A2-155F-A93F-56A4DE25EEE3}"/>
              </a:ext>
            </a:extLst>
          </p:cNvPr>
          <p:cNvSpPr txBox="1"/>
          <p:nvPr/>
        </p:nvSpPr>
        <p:spPr>
          <a:xfrm>
            <a:off x="6362305" y="1445302"/>
            <a:ext cx="2248295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de-DE" sz="2400" dirty="0"/>
              <a:t>Sensitivität   gegenüber den Pheromonen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E5659A22-7EE9-CC22-104D-0660E7199673}"/>
                  </a:ext>
                </a:extLst>
              </p:cNvPr>
              <p:cNvSpPr txBox="1"/>
              <p:nvPr/>
            </p:nvSpPr>
            <p:spPr>
              <a:xfrm>
                <a:off x="29563" y="1445302"/>
                <a:ext cx="5788752" cy="13991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de-DE" sz="2400" dirty="0"/>
                  <a:t>Pheromon Spur: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de-DE" sz="2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∗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m:rPr>
                              <m:nor/>
                            </m:rPr>
                            <a:rPr lang="de-DE" sz="240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𝑛𝑡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nor/>
                                    </m:rPr>
                                    <a:rPr lang="de-DE" sz="2400">
                                      <a:latin typeface="Cambria Math" panose="02040503050406030204" pitchFamily="18" charset="0"/>
                                    </a:rPr>
                                    <m:t>Total</m:t>
                                  </m:r>
                                  <m:r>
                                    <m:rPr>
                                      <m:nor/>
                                    </m:rPr>
                                    <a:rPr lang="de-DE" sz="240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func>
                                <m:func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de-DE" sz="2400"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</m:e>
                                    <m:lim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lim>
                                  </m:limLow>
                                </m:fName>
                                <m:e>
                                  <m:d>
                                    <m:dPr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nor/>
                                            </m:rPr>
                                            <a:rPr lang="de-DE" sz="2400">
                                              <a:latin typeface="Cambria Math" panose="02040503050406030204" pitchFamily="18" charset="0"/>
                                            </a:rPr>
                                            <m:t>Total</m:t>
                                          </m:r>
                                          <m:r>
                                            <m:rPr>
                                              <m:nor/>
                                            </m:rPr>
                                            <a:rPr lang="de-DE" sz="240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  <m:sub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den>
                          </m:f>
                        </m:e>
                      </m:nary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E5659A22-7EE9-CC22-104D-0660E71996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63" y="1445302"/>
                <a:ext cx="5788752" cy="1399101"/>
              </a:xfrm>
              <a:prstGeom prst="rect">
                <a:avLst/>
              </a:prstGeom>
              <a:blipFill>
                <a:blip r:embed="rId4"/>
                <a:stretch>
                  <a:fillRect l="-1576" t="-300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96E4554E-DAAE-B8D8-AFED-BA22F8B5444E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2923939" y="2844403"/>
            <a:ext cx="2570256" cy="729681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69D6CD46-F63F-203D-ABDD-104B339997F8}"/>
              </a:ext>
            </a:extLst>
          </p:cNvPr>
          <p:cNvCxnSpPr>
            <a:cxnSpLocks/>
            <a:stCxn id="12" idx="2"/>
          </p:cNvCxnSpPr>
          <p:nvPr/>
        </p:nvCxnSpPr>
        <p:spPr>
          <a:xfrm flipH="1">
            <a:off x="6362305" y="2645631"/>
            <a:ext cx="1124148" cy="653153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5D91414E-35BD-1363-1B17-393D9AB5AC9C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7191375" y="2456730"/>
            <a:ext cx="2148437" cy="852549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A8896518-98DA-6501-43C1-2E1B5EFCB011}"/>
              </a:ext>
            </a:extLst>
          </p:cNvPr>
          <p:cNvCxnSpPr>
            <a:cxnSpLocks/>
          </p:cNvCxnSpPr>
          <p:nvPr/>
        </p:nvCxnSpPr>
        <p:spPr>
          <a:xfrm flipH="1" flipV="1">
            <a:off x="7800975" y="3457292"/>
            <a:ext cx="1519610" cy="260171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41621D5B-CC08-0B9B-E191-7914E0D93081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2905404" y="4748254"/>
            <a:ext cx="2781021" cy="478469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630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1B614C-40F6-C498-5107-17FB1AFB2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Problem-Generator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DB3D164-0EB1-FB4B-1102-8F2A17C66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20.06.2026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498CC8F-4127-E6BF-ED03-887761699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9AAA3CA-DAD6-5E1C-AD47-006922CFB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4</a:t>
            </a:fld>
            <a:endParaRPr lang="de-DE"/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FACAB858-83F7-44BF-B251-E7805A2A16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05275" y="1390650"/>
            <a:ext cx="8086725" cy="450546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F984959B-3B96-707C-C5CF-921F9260BFDE}"/>
              </a:ext>
            </a:extLst>
          </p:cNvPr>
          <p:cNvSpPr txBox="1"/>
          <p:nvPr/>
        </p:nvSpPr>
        <p:spPr>
          <a:xfrm>
            <a:off x="476249" y="2160000"/>
            <a:ext cx="376237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2400" b="1" dirty="0"/>
              <a:t>Exponentielle Problemstruktur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2400" b="1" dirty="0"/>
              <a:t>Verführung durch hohe Effizienz (Kleinstgegenstände)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2400" b="1" dirty="0"/>
              <a:t>Extrem hoher Selektionsdruck (winzige Effizienzunterschiede)</a:t>
            </a:r>
          </a:p>
        </p:txBody>
      </p:sp>
    </p:spTree>
    <p:extLst>
      <p:ext uri="{BB962C8B-B14F-4D97-AF65-F5344CB8AC3E}">
        <p14:creationId xmlns:p14="http://schemas.microsoft.com/office/powerpoint/2010/main" val="15624656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94E426-77E3-D9B2-5685-3FEAC25AD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Nutzwertvergleich Hard-Problem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4DAC7E66-EB2C-45E1-5D4F-7CAE9DCE44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847850"/>
            <a:ext cx="6834718" cy="435133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D0D370-05E6-ED99-91A0-C31BE3C76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20.06.2026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5A90F7-118B-2BCF-4C7E-E756DF23D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2096C79-41ED-F127-04E6-1D1CB2E4D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5</a:t>
            </a:fld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03B229CE-C208-3B6E-0937-5F9A9A7AA444}"/>
                  </a:ext>
                </a:extLst>
              </p:cNvPr>
              <p:cNvSpPr txBox="1"/>
              <p:nvPr/>
            </p:nvSpPr>
            <p:spPr>
              <a:xfrm>
                <a:off x="7672918" y="2160000"/>
                <a:ext cx="4419032" cy="43396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2400" b="1" dirty="0"/>
                  <a:t>Hard-Problem: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de-DE" sz="2400" b="1" dirty="0"/>
                  <a:t>800 Items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de-DE" sz="2400" b="1" dirty="0"/>
                  <a:t>1.000.000 Kapazität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de-DE" sz="2400" b="1" dirty="0"/>
                  <a:t>14 Gruppen</a:t>
                </a:r>
              </a:p>
              <a:p>
                <a:r>
                  <a:rPr lang="de-DE" sz="2400" b="1" dirty="0"/>
                  <a:t>Konfigurationen:</a:t>
                </a:r>
              </a:p>
              <a:p>
                <a:pPr marL="342900" indent="-342900">
                  <a:buFont typeface="Wingdings" panose="05000000000000000000" pitchFamily="2" charset="2"/>
                  <a:buChar char="§"/>
                </a:pPr>
                <a:r>
                  <a:rPr lang="de-DE" sz="2000" b="1" dirty="0"/>
                  <a:t>A: </a:t>
                </a:r>
                <a14:m>
                  <m:oMath xmlns:m="http://schemas.openxmlformats.org/officeDocument/2006/math">
                    <m:r>
                      <a:rPr lang="de-DE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𝛂</m:t>
                    </m:r>
                    <m:r>
                      <a:rPr lang="de-DE" sz="2000" b="1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de-DE" sz="2000" b="1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de-DE" sz="2000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sz="2000" b="1" i="1">
                        <a:latin typeface="Cambria Math" panose="02040503050406030204" pitchFamily="18" charset="0"/>
                      </a:rPr>
                      <m:t>𝟑</m:t>
                    </m:r>
                    <m:r>
                      <a:rPr lang="de-DE" sz="2000" b="1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𝟐𝟓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de-DE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𝝆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𝟑𝟓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𝑮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𝟏𝟕𝟓</m:t>
                    </m:r>
                  </m:oMath>
                </a14:m>
                <a:endParaRPr lang="de-DE" sz="2000" b="1" dirty="0">
                  <a:ea typeface="Cambria Math" panose="02040503050406030204" pitchFamily="18" charset="0"/>
                </a:endParaRPr>
              </a:p>
              <a:p>
                <a:pPr marL="342900" indent="-342900">
                  <a:buFont typeface="Wingdings" panose="05000000000000000000" pitchFamily="2" charset="2"/>
                  <a:buChar char="§"/>
                </a:pPr>
                <a:r>
                  <a:rPr lang="de-DE" sz="2000" b="1" dirty="0"/>
                  <a:t>B:</a:t>
                </a:r>
                <a14:m>
                  <m:oMath xmlns:m="http://schemas.openxmlformats.org/officeDocument/2006/math">
                    <m:r>
                      <a:rPr lang="de-DE" sz="20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𝛂</m:t>
                    </m:r>
                    <m:r>
                      <a:rPr lang="de-DE" sz="2000" b="1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de-DE" sz="2000" b="1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de-DE" sz="2000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sz="2000" b="1" i="1" smtClean="0">
                        <a:latin typeface="Cambria Math" panose="02040503050406030204" pitchFamily="18" charset="0"/>
                      </a:rPr>
                      <m:t>𝟏</m:t>
                    </m:r>
                    <m:r>
                      <a:rPr lang="de-DE" sz="20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0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de-DE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𝟖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𝝆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de-DE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𝑮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de-DE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𝟗𝟎</m:t>
                    </m:r>
                  </m:oMath>
                </a14:m>
                <a:endParaRPr lang="de-DE" sz="2000" b="1" dirty="0">
                  <a:ea typeface="Cambria Math" panose="02040503050406030204" pitchFamily="18" charset="0"/>
                </a:endParaRPr>
              </a:p>
              <a:p>
                <a:pPr marL="342900" indent="-342900">
                  <a:buFont typeface="Wingdings" panose="05000000000000000000" pitchFamily="2" charset="2"/>
                  <a:buChar char="§"/>
                </a:pPr>
                <a:r>
                  <a:rPr lang="de-DE" sz="2000" b="1" dirty="0"/>
                  <a:t>C:</a:t>
                </a:r>
                <a14:m>
                  <m:oMath xmlns:m="http://schemas.openxmlformats.org/officeDocument/2006/math">
                    <m:r>
                      <a:rPr lang="de-DE" sz="20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𝛂</m:t>
                    </m:r>
                    <m:r>
                      <a:rPr lang="de-DE" sz="2000" b="1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de-DE" sz="2000" b="1" i="1">
                        <a:latin typeface="Cambria Math" panose="02040503050406030204" pitchFamily="18" charset="0"/>
                      </a:rPr>
                      <m:t>𝟏</m:t>
                    </m:r>
                    <m:r>
                      <a:rPr lang="de-DE" sz="2000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de-DE" sz="2000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de-DE" sz="2000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0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de-DE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𝝆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  <m:r>
                      <a:rPr lang="de-DE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𝟐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𝑮</m:t>
                    </m:r>
                    <m:r>
                      <a:rPr lang="de-DE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</m:t>
                    </m:r>
                    <m:r>
                      <a:rPr lang="de-DE" sz="20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𝟒𝟎</m:t>
                    </m:r>
                  </m:oMath>
                </a14:m>
                <a:endParaRPr lang="de-DE" sz="2400" b="1" dirty="0"/>
              </a:p>
              <a:p>
                <a:r>
                  <a:rPr lang="de-DE" sz="2400" b="1" dirty="0"/>
                  <a:t>Ergebnis: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de-DE" sz="2400" b="1" dirty="0"/>
                  <a:t>Konfiguration A : 	99,91 %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de-DE" sz="2400" b="1" dirty="0"/>
                  <a:t>Konfiguration B: 	99,76 %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de-DE" sz="2400" b="1" dirty="0"/>
                  <a:t>Konfiguration C: 	99,61 %</a:t>
                </a:r>
                <a:endParaRPr lang="de-DE" sz="2400" dirty="0"/>
              </a:p>
            </p:txBody>
          </p:sp>
        </mc:Choice>
        <mc:Fallback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03B229CE-C208-3B6E-0937-5F9A9A7AA4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2918" y="2160000"/>
                <a:ext cx="4419032" cy="4339650"/>
              </a:xfrm>
              <a:prstGeom prst="rect">
                <a:avLst/>
              </a:prstGeom>
              <a:blipFill>
                <a:blip r:embed="rId4"/>
                <a:stretch>
                  <a:fillRect l="-2207" t="-1124" b="-22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790849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691F-89F8-9257-7DFE-81993F064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46B6E2-F0CF-300A-B970-C7A9A45AB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Pheromonspur</a:t>
            </a:r>
            <a:r>
              <a:rPr lang="de-DE" dirty="0"/>
              <a:t> Hard-Problem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A712138D-C74F-6410-9202-AD79ED5D37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847850"/>
            <a:ext cx="6834718" cy="435133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CB6DE3-71E5-AD25-8856-D7436362A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20.06.2026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F510ED-BBA5-8623-B450-6B31E6787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317FD82-72F2-654A-06E1-930DE87D5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6</a:t>
            </a:fld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AC82BD4-2A43-8BFA-68CA-8A66C04C309B}"/>
              </a:ext>
            </a:extLst>
          </p:cNvPr>
          <p:cNvSpPr txBox="1"/>
          <p:nvPr/>
        </p:nvSpPr>
        <p:spPr>
          <a:xfrm>
            <a:off x="7920000" y="2160000"/>
            <a:ext cx="45006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Konfiguration A: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2400" b="1" dirty="0"/>
              <a:t>Fokussiert auf die Kleinstgegenstände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2400" b="1" dirty="0"/>
              <a:t>Hohes Stagnationsrisiko</a:t>
            </a:r>
          </a:p>
          <a:p>
            <a:endParaRPr lang="de-DE" sz="2400" b="1" dirty="0"/>
          </a:p>
          <a:p>
            <a:r>
              <a:rPr lang="de-DE" sz="2400" b="1" dirty="0"/>
              <a:t>Konfiguration C: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DE" sz="2400" b="1" dirty="0"/>
              <a:t>Mehr Exploration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2400" b="1" dirty="0"/>
              <a:t>Robustestes Suchverhalten</a:t>
            </a:r>
          </a:p>
        </p:txBody>
      </p:sp>
    </p:spTree>
    <p:extLst>
      <p:ext uri="{BB962C8B-B14F-4D97-AF65-F5344CB8AC3E}">
        <p14:creationId xmlns:p14="http://schemas.microsoft.com/office/powerpoint/2010/main" val="14676303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86CDD5-F3A8-1E49-03B4-ABAC4E696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Item-Auswahl Hard-Problem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CCD849A5-AE97-5B6A-16ED-2BC4C72CF5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9100" y="1825625"/>
            <a:ext cx="10073799" cy="435133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50407AF-A5BD-50CE-FDF3-BF40706A4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20.06.2026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11A53B-319E-FD54-9E3B-908627BD4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E1E8DB6-4C98-C632-D75C-05F38D93E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7536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C433D2-17BA-BB4F-88B0-0F9E964EE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Haupteffekt und Wechselwirkung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B328A8BF-6F71-6DE1-E847-0E993C07174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2117449"/>
            <a:ext cx="5181600" cy="3767689"/>
          </a:xfrm>
          <a:prstGeom prst="rect">
            <a:avLst/>
          </a:prstGeom>
        </p:spPr>
      </p:pic>
      <p:pic>
        <p:nvPicPr>
          <p:cNvPr id="13" name="Inhaltsplatzhalter 12">
            <a:extLst>
              <a:ext uri="{FF2B5EF4-FFF2-40B4-BE49-F238E27FC236}">
                <a16:creationId xmlns:a16="http://schemas.microsoft.com/office/drawing/2014/main" id="{60767B9F-4700-514B-860F-8A88677FBA1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58667" y="1825625"/>
            <a:ext cx="4608666" cy="4351338"/>
          </a:xfrm>
          <a:prstGeom prst="rect">
            <a:avLst/>
          </a:prstGeom>
        </p:spPr>
      </p:pic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9DDB7FE-35AB-EF95-B844-395AC8BC3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20.06.2026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1E9CE6C-8D9D-6C84-AF97-59F2D4CA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4D53141-76EE-66A9-336D-DEC63BE99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0380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7119-24B6-D2DB-BA16-FF8B68E1F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19303A-6C64-B42A-B22E-C575DA323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Nutzwertvergleich Easy-Problem</a:t>
            </a:r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8BBCFB51-2DA5-DE7E-6860-BB3D133BB9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8200" y="1847850"/>
            <a:ext cx="6834718" cy="435133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3C46C0A-FD65-91E8-4591-86D903638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20.06.2026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68C919-4434-1C73-54A5-22FB209F8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405844F-A241-D7B3-B734-DE4A1EE4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9</a:t>
            </a:fld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3281457-D136-1A63-F2D7-B4801B290DB8}"/>
              </a:ext>
            </a:extLst>
          </p:cNvPr>
          <p:cNvSpPr txBox="1"/>
          <p:nvPr/>
        </p:nvSpPr>
        <p:spPr>
          <a:xfrm>
            <a:off x="7920000" y="2160000"/>
            <a:ext cx="42720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/>
              <a:t>Easy-Problem: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2400" b="1" dirty="0"/>
              <a:t>400 Items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2400" b="1" dirty="0"/>
              <a:t>1.000.000 Kapazität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2400" b="1" dirty="0"/>
              <a:t>4 Gruppen</a:t>
            </a:r>
          </a:p>
          <a:p>
            <a:endParaRPr lang="de-DE" sz="2400" b="1" dirty="0"/>
          </a:p>
          <a:p>
            <a:r>
              <a:rPr lang="de-DE" sz="2400" b="1" dirty="0"/>
              <a:t>Ergebnis:</a:t>
            </a:r>
          </a:p>
          <a:p>
            <a:r>
              <a:rPr lang="de-DE" sz="2400" b="1" dirty="0"/>
              <a:t>Konfiguration A: 	99,91 %</a:t>
            </a:r>
          </a:p>
          <a:p>
            <a:r>
              <a:rPr lang="de-DE" sz="2400" b="1" dirty="0"/>
              <a:t>Konfiguration B: 	99,96 %</a:t>
            </a:r>
          </a:p>
          <a:p>
            <a:r>
              <a:rPr lang="de-DE" sz="2400" b="1" dirty="0"/>
              <a:t>Konfiguration C: 	99,66 %</a:t>
            </a:r>
          </a:p>
        </p:txBody>
      </p:sp>
    </p:spTree>
    <p:extLst>
      <p:ext uri="{BB962C8B-B14F-4D97-AF65-F5344CB8AC3E}">
        <p14:creationId xmlns:p14="http://schemas.microsoft.com/office/powerpoint/2010/main" val="2844792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B030AB-786E-C531-12A7-749F70850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Fazit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platzhalter 4">
                <a:extLst>
                  <a:ext uri="{FF2B5EF4-FFF2-40B4-BE49-F238E27FC236}">
                    <a16:creationId xmlns:a16="http://schemas.microsoft.com/office/drawing/2014/main" id="{874A7A65-C7F4-F6C9-5AE4-858DEE4E2960}"/>
                  </a:ext>
                </a:extLst>
              </p:cNvPr>
              <p:cNvSpPr>
                <a:spLocks noGrp="1"/>
              </p:cNvSpPr>
              <p:nvPr>
                <p:ph type="body" sz="quarter" idx="3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sz="2800" dirty="0"/>
                  <a:t>Einfluss eines großen </a:t>
                </a:r>
                <a14:m>
                  <m:oMath xmlns:m="http://schemas.openxmlformats.org/officeDocument/2006/math">
                    <m:r>
                      <a:rPr lang="de-DE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endParaRPr lang="de-DE" sz="2800" dirty="0"/>
              </a:p>
            </p:txBody>
          </p:sp>
        </mc:Choice>
        <mc:Fallback>
          <p:sp>
            <p:nvSpPr>
              <p:cNvPr id="5" name="Textplatzhalter 4">
                <a:extLst>
                  <a:ext uri="{FF2B5EF4-FFF2-40B4-BE49-F238E27FC236}">
                    <a16:creationId xmlns:a16="http://schemas.microsoft.com/office/drawing/2014/main" id="{874A7A65-C7F4-F6C9-5AE4-858DEE4E29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3"/>
              </p:nvPr>
            </p:nvSpPr>
            <p:spPr>
              <a:blipFill>
                <a:blip r:embed="rId2"/>
                <a:stretch>
                  <a:fillRect l="-2471" b="-207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7CF4302-EE10-DEB8-57DC-0DE63F78045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DE" sz="2400" b="1" dirty="0"/>
              <a:t>Ermöglicht Selektion zwischen Gegenständen mit minimalen Unterschieden (z. B. 1 und 0,999)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DE" sz="2400" b="1" dirty="0"/>
              <a:t>Verlust der Selektionsfähigkeit bei allgemein schlechteren Gegenständen (z. B. 0,1 und 0,0999)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DE" sz="2400" b="1" dirty="0"/>
              <a:t>Fokussierung auf Gegenstände mit hoher Attraktivität</a:t>
            </a:r>
          </a:p>
          <a:p>
            <a:endParaRPr lang="de-DE" sz="2400" b="1" dirty="0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B894B29-7047-1ACA-3353-24BCA1F29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20.06.2026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981A085-1E07-22DC-7050-E4D89C38B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6C91C11-4729-3014-9DB3-AC8059C855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10</a:t>
            </a:fld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05D5584-C5F5-B21E-C1D6-CE5472F6A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de-DE" sz="2800" dirty="0"/>
              <a:t>Haupterkenntnis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9979646-04D1-7A25-F6AA-E780620BB2C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DE" sz="2400" b="1" dirty="0"/>
              <a:t>Differenz zwischen bestem und schlechtestem Ergebnis beträgt 0,3 % beim Hard-Problem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DE" sz="2400" b="1" dirty="0"/>
              <a:t>Beim Easy-Problem: Stagnation der Konfiguration A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DE" sz="2400" b="1" dirty="0"/>
              <a:t>Konfiguration C zeigt allgemein das robusteste Suchverhalten</a:t>
            </a:r>
          </a:p>
        </p:txBody>
      </p:sp>
    </p:spTree>
    <p:extLst>
      <p:ext uri="{BB962C8B-B14F-4D97-AF65-F5344CB8AC3E}">
        <p14:creationId xmlns:p14="http://schemas.microsoft.com/office/powerpoint/2010/main" val="3694890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D8922C-F139-2635-23A2-E1682F48C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Parameter-Leitfaden für die Praxis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platzhalter 6">
                <a:extLst>
                  <a:ext uri="{FF2B5EF4-FFF2-40B4-BE49-F238E27FC236}">
                    <a16:creationId xmlns:a16="http://schemas.microsoft.com/office/drawing/2014/main" id="{DCDECE8F-E45D-D58C-86F5-3A38622EBC18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sz="2800" dirty="0">
                    <a:ea typeface="Cambria Math" panose="02040503050406030204" pitchFamily="18" charset="0"/>
                  </a:rPr>
                  <a:t>Wahl von </a:t>
                </a:r>
                <a14:m>
                  <m:oMath xmlns:m="http://schemas.openxmlformats.org/officeDocument/2006/math">
                    <m:r>
                      <a:rPr lang="de-DE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de-DE" sz="2800" dirty="0"/>
                  <a:t> und </a:t>
                </a:r>
                <a14:m>
                  <m:oMath xmlns:m="http://schemas.openxmlformats.org/officeDocument/2006/math">
                    <m:r>
                      <a:rPr lang="de-DE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endParaRPr lang="de-DE" sz="2800" dirty="0"/>
              </a:p>
            </p:txBody>
          </p:sp>
        </mc:Choice>
        <mc:Fallback>
          <p:sp>
            <p:nvSpPr>
              <p:cNvPr id="7" name="Textplatzhalter 6">
                <a:extLst>
                  <a:ext uri="{FF2B5EF4-FFF2-40B4-BE49-F238E27FC236}">
                    <a16:creationId xmlns:a16="http://schemas.microsoft.com/office/drawing/2014/main" id="{DCDECE8F-E45D-D58C-86F5-3A38622EBC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2"/>
                <a:stretch>
                  <a:fillRect l="-2482" b="-207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C80A4A1F-23F8-21DA-7B98-58E1B7AA06B2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de-DE" b="1" dirty="0"/>
                  <a:t> Bereiche [1 bis 2]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de-DE" b="1" dirty="0"/>
                  <a:t>Groß </a:t>
                </a:r>
                <a:r>
                  <a:rPr lang="de-DE" b="1" dirty="0">
                    <a:cs typeface="Courier New" panose="02070309020205020404" pitchFamily="49" charset="0"/>
                  </a:rPr>
                  <a:t>→ </a:t>
                </a:r>
                <a:r>
                  <a:rPr lang="de-DE" b="1" dirty="0"/>
                  <a:t>Schnelle Konvergenz (einfache Probleme)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de-DE" b="1" dirty="0"/>
                  <a:t>Klein </a:t>
                </a:r>
                <a:r>
                  <a:rPr lang="de-DE" b="1" dirty="0">
                    <a:cs typeface="Courier New" panose="02070309020205020404" pitchFamily="49" charset="0"/>
                  </a:rPr>
                  <a:t>→ M</a:t>
                </a:r>
                <a:r>
                  <a:rPr lang="de-DE" b="1" dirty="0"/>
                  <a:t>ehr Exploration </a:t>
                </a:r>
                <a:r>
                  <a:rPr lang="de-DE" b="1"/>
                  <a:t>(komplexe </a:t>
                </a:r>
                <a:r>
                  <a:rPr lang="de-DE" b="1" dirty="0"/>
                  <a:t>Probleme)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e-DE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de-DE" b="1" dirty="0"/>
                  <a:t> Bereiche [2 bis 5]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de-DE" b="1" dirty="0"/>
                  <a:t>Groß </a:t>
                </a:r>
                <a:r>
                  <a:rPr lang="de-DE" b="1" dirty="0">
                    <a:cs typeface="Courier New" panose="02070309020205020404" pitchFamily="49" charset="0"/>
                  </a:rPr>
                  <a:t>→  </a:t>
                </a:r>
                <a:r>
                  <a:rPr lang="de-DE" b="1" dirty="0"/>
                  <a:t>Hoher Selektionsdruck (kleine Effizienzunterschiede)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de-DE" b="1" dirty="0"/>
                  <a:t>Klein </a:t>
                </a:r>
                <a:r>
                  <a:rPr lang="de-DE" b="1" dirty="0">
                    <a:cs typeface="Courier New" panose="02070309020205020404" pitchFamily="49" charset="0"/>
                  </a:rPr>
                  <a:t>→</a:t>
                </a:r>
                <a:r>
                  <a:rPr lang="de-DE" b="1" dirty="0"/>
                  <a:t> Mehr Exploration</a:t>
                </a:r>
              </a:p>
            </p:txBody>
          </p:sp>
        </mc:Choice>
        <mc:Fallback>
          <p:sp>
            <p:nvSpPr>
              <p:cNvPr id="8" name="Inhaltsplatzhalter 7">
                <a:extLst>
                  <a:ext uri="{FF2B5EF4-FFF2-40B4-BE49-F238E27FC236}">
                    <a16:creationId xmlns:a16="http://schemas.microsoft.com/office/drawing/2014/main" id="{C80A4A1F-23F8-21DA-7B98-58E1B7AA06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t="-2980" r="-2009" b="-16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48C21F7-4F1F-A9CE-D706-AE55B1A6DC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Wahl von Gruppengröße und Verdunstungsrate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06CD854-4D48-D8EB-C77B-1219067A1A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457825" cy="36845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b="1" dirty="0"/>
              <a:t>Gruppengröße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de-DE" b="1" dirty="0"/>
              <a:t>Große Gruppen bringen mehr Varianz pro Iteration, sind aber rechenintensiver</a:t>
            </a:r>
          </a:p>
          <a:p>
            <a:pPr>
              <a:buFont typeface="Wingdings" panose="05000000000000000000" pitchFamily="2" charset="2"/>
              <a:buChar char="§"/>
            </a:pPr>
            <a:endParaRPr lang="de-DE" b="1" dirty="0"/>
          </a:p>
          <a:p>
            <a:pPr marL="0" indent="0">
              <a:buNone/>
            </a:pPr>
            <a:r>
              <a:rPr lang="de-DE" b="1" dirty="0"/>
              <a:t>Verdunstungsrate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de-DE" b="1" dirty="0"/>
              <a:t>Hoch → Mehr Exploration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de-DE" b="1" dirty="0"/>
              <a:t>Niedrig → Schnellere Konvergenz</a:t>
            </a:r>
            <a:endParaRPr lang="de-DE" b="1" dirty="0">
              <a:cs typeface="Courier New" panose="02070309020205020404" pitchFamily="49" charset="0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F5E474E-4BFF-84E5-D4B8-3A17C8B4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20.06.2026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24D1F4-0CF5-19F0-91ED-BF0150B57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Niko Kläsener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A108B1F-6875-7417-1127-D7C2D703F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0E45F0-5197-4D99-A0B0-CC09E9235134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06295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88B2A7-DB4B-CC41-E4E2-5984756E1A4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Danke für eure Aufmerksamkeit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F32734D-9E88-F3F9-5F07-603128EBE54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9989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äsentation1" id="{E6B33A8F-E786-4200-A41A-D4EFF1813AEB}" vid="{672231EF-5C09-49BC-92FD-42C4C88DC85B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9127936-6F16-4D1A-8384-99A894F167E5}">
  <we:reference id="wa200007130" version="1.0.0.1" store="de-DE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HSBI Powerpoint Vorlage</Template>
  <TotalTime>0</TotalTime>
  <Words>420</Words>
  <Application>Microsoft Office PowerPoint</Application>
  <PresentationFormat>Breitbild</PresentationFormat>
  <Paragraphs>118</Paragraphs>
  <Slides>12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Cambria Math</vt:lpstr>
      <vt:lpstr>Courier New</vt:lpstr>
      <vt:lpstr>Wingdings</vt:lpstr>
      <vt:lpstr>Office</vt:lpstr>
      <vt:lpstr>BMO-Projekt</vt:lpstr>
      <vt:lpstr>Inhaltsverzeichnis</vt:lpstr>
      <vt:lpstr>Ortsabhängiger Ant-Cycle Algorithmus</vt:lpstr>
      <vt:lpstr>Problem-Generator</vt:lpstr>
      <vt:lpstr>Nutzwertvergleich Hard-Problem</vt:lpstr>
      <vt:lpstr>Pheromonspur Hard-Problem</vt:lpstr>
      <vt:lpstr>Item-Auswahl Hard-Problem</vt:lpstr>
      <vt:lpstr>Haupteffekt und Wechselwirkung</vt:lpstr>
      <vt:lpstr>Nutzwertvergleich Easy-Problem</vt:lpstr>
      <vt:lpstr>Fazit</vt:lpstr>
      <vt:lpstr>Parameter-Leitfaden für die Praxis</vt:lpstr>
      <vt:lpstr>Danke für eure Aufmerksamkeit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Niko Kläsener</dc:creator>
  <cp:lastModifiedBy>Niko Kläsener</cp:lastModifiedBy>
  <cp:revision>1</cp:revision>
  <dcterms:created xsi:type="dcterms:W3CDTF">2026-06-19T04:59:40Z</dcterms:created>
  <dcterms:modified xsi:type="dcterms:W3CDTF">2026-06-21T16:16:36Z</dcterms:modified>
</cp:coreProperties>
</file>