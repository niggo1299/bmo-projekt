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BDACE-3A84-4186-B9A6-AE47CA0CDA88}" v="88" dt="2026-06-20T10:22:50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 Kläsener" userId="b3580cb7-15ad-4c2f-be10-30939a475464" providerId="ADAL" clId="{36612FA6-6914-4267-9ADB-97F4291D668E}"/>
    <pc:docChg chg="undo custSel addSld delSld modSld sldOrd">
      <pc:chgData name="Niko Kläsener" userId="b3580cb7-15ad-4c2f-be10-30939a475464" providerId="ADAL" clId="{36612FA6-6914-4267-9ADB-97F4291D668E}" dt="2026-06-20T10:23:12.042" v="514" actId="1440"/>
      <pc:docMkLst>
        <pc:docMk/>
      </pc:docMkLst>
      <pc:sldChg chg="addSp delSp modSp mod setBg addAnim delAnim setClrOvrMap">
        <pc:chgData name="Niko Kläsener" userId="b3580cb7-15ad-4c2f-be10-30939a475464" providerId="ADAL" clId="{36612FA6-6914-4267-9ADB-97F4291D668E}" dt="2026-06-20T10:23:12.042" v="514" actId="1440"/>
        <pc:sldMkLst>
          <pc:docMk/>
          <pc:sldMk cId="1333337614" sldId="256"/>
        </pc:sldMkLst>
        <pc:spChg chg="mod">
          <ac:chgData name="Niko Kläsener" userId="b3580cb7-15ad-4c2f-be10-30939a475464" providerId="ADAL" clId="{36612FA6-6914-4267-9ADB-97F4291D668E}" dt="2026-06-20T09:46:29.885" v="345" actId="1076"/>
          <ac:spMkLst>
            <pc:docMk/>
            <pc:sldMk cId="1333337614" sldId="256"/>
            <ac:spMk id="2" creationId="{A2E25965-E8D2-89CA-ABA6-A83478AE8A33}"/>
          </ac:spMkLst>
        </pc:spChg>
        <pc:spChg chg="mod">
          <ac:chgData name="Niko Kläsener" userId="b3580cb7-15ad-4c2f-be10-30939a475464" providerId="ADAL" clId="{36612FA6-6914-4267-9ADB-97F4291D668E}" dt="2026-06-20T09:46:35.881" v="346" actId="1076"/>
          <ac:spMkLst>
            <pc:docMk/>
            <pc:sldMk cId="1333337614" sldId="256"/>
            <ac:spMk id="3" creationId="{DF6AF82B-A7FA-77CF-693C-C1A5A5D417A0}"/>
          </ac:spMkLst>
        </pc:spChg>
        <pc:spChg chg="add del">
          <ac:chgData name="Niko Kläsener" userId="b3580cb7-15ad-4c2f-be10-30939a475464" providerId="ADAL" clId="{36612FA6-6914-4267-9ADB-97F4291D668E}" dt="2026-06-20T09:43:31.554" v="323" actId="26606"/>
          <ac:spMkLst>
            <pc:docMk/>
            <pc:sldMk cId="1333337614" sldId="256"/>
            <ac:spMk id="10" creationId="{71B2258F-86CA-4D4D-8270-BC05FCDEBFB3}"/>
          </ac:spMkLst>
        </pc:spChg>
        <pc:spChg chg="add del">
          <ac:chgData name="Niko Kläsener" userId="b3580cb7-15ad-4c2f-be10-30939a475464" providerId="ADAL" clId="{36612FA6-6914-4267-9ADB-97F4291D668E}" dt="2026-06-20T09:43:48.901" v="327" actId="26606"/>
          <ac:spMkLst>
            <pc:docMk/>
            <pc:sldMk cId="1333337614" sldId="256"/>
            <ac:spMk id="12" creationId="{007891EC-4501-44ED-A8C8-B11B6DB767AB}"/>
          </ac:spMkLst>
        </pc:spChg>
        <pc:spChg chg="add del">
          <ac:chgData name="Niko Kläsener" userId="b3580cb7-15ad-4c2f-be10-30939a475464" providerId="ADAL" clId="{36612FA6-6914-4267-9ADB-97F4291D668E}" dt="2026-06-20T09:43:48.901" v="327" actId="26606"/>
          <ac:spMkLst>
            <pc:docMk/>
            <pc:sldMk cId="1333337614" sldId="256"/>
            <ac:spMk id="13" creationId="{C1DD1A8A-57D5-4A81-AD04-532B043C5611}"/>
          </ac:spMkLst>
        </pc:spChg>
        <pc:picChg chg="add del mod ord">
          <ac:chgData name="Niko Kläsener" userId="b3580cb7-15ad-4c2f-be10-30939a475464" providerId="ADAL" clId="{36612FA6-6914-4267-9ADB-97F4291D668E}" dt="2026-06-20T09:43:49.440" v="328" actId="931"/>
          <ac:picMkLst>
            <pc:docMk/>
            <pc:sldMk cId="1333337614" sldId="256"/>
            <ac:picMk id="5" creationId="{6DEA7C07-2F1C-5460-830D-39A2B5D15147}"/>
          </ac:picMkLst>
        </pc:picChg>
        <pc:picChg chg="add mod">
          <ac:chgData name="Niko Kläsener" userId="b3580cb7-15ad-4c2f-be10-30939a475464" providerId="ADAL" clId="{36612FA6-6914-4267-9ADB-97F4291D668E}" dt="2026-06-20T10:23:12.042" v="514" actId="1440"/>
          <ac:picMkLst>
            <pc:docMk/>
            <pc:sldMk cId="1333337614" sldId="256"/>
            <ac:picMk id="7" creationId="{4F996406-0D13-A890-5782-A69BCEC750CC}"/>
          </ac:picMkLst>
        </pc:picChg>
      </pc:sldChg>
      <pc:sldChg chg="addSp modSp mod">
        <pc:chgData name="Niko Kläsener" userId="b3580cb7-15ad-4c2f-be10-30939a475464" providerId="ADAL" clId="{36612FA6-6914-4267-9ADB-97F4291D668E}" dt="2026-06-19T12:41:31.040" v="264" actId="17032"/>
        <pc:sldMkLst>
          <pc:docMk/>
          <pc:sldMk cId="313630166" sldId="257"/>
        </pc:sldMkLst>
        <pc:spChg chg="mod">
          <ac:chgData name="Niko Kläsener" userId="b3580cb7-15ad-4c2f-be10-30939a475464" providerId="ADAL" clId="{36612FA6-6914-4267-9ADB-97F4291D668E}" dt="2026-06-19T12:26:02.010" v="144" actId="1076"/>
          <ac:spMkLst>
            <pc:docMk/>
            <pc:sldMk cId="313630166" sldId="257"/>
            <ac:spMk id="7" creationId="{2FFFFFA1-839C-5256-ECAD-B7BD134190CC}"/>
          </ac:spMkLst>
        </pc:spChg>
        <pc:spChg chg="mod">
          <ac:chgData name="Niko Kläsener" userId="b3580cb7-15ad-4c2f-be10-30939a475464" providerId="ADAL" clId="{36612FA6-6914-4267-9ADB-97F4291D668E}" dt="2026-06-19T12:40:45.371" v="255" actId="1076"/>
          <ac:spMkLst>
            <pc:docMk/>
            <pc:sldMk cId="313630166" sldId="257"/>
            <ac:spMk id="8" creationId="{19961575-6AFB-32B8-2348-DBD4F184DBB4}"/>
          </ac:spMkLst>
        </pc:spChg>
        <pc:spChg chg="mod">
          <ac:chgData name="Niko Kläsener" userId="b3580cb7-15ad-4c2f-be10-30939a475464" providerId="ADAL" clId="{36612FA6-6914-4267-9ADB-97F4291D668E}" dt="2026-06-19T12:40:35.373" v="253" actId="1076"/>
          <ac:spMkLst>
            <pc:docMk/>
            <pc:sldMk cId="313630166" sldId="257"/>
            <ac:spMk id="9" creationId="{EA54CDF6-3351-758F-A588-011EFB6B9A35}"/>
          </ac:spMkLst>
        </pc:spChg>
        <pc:spChg chg="mod">
          <ac:chgData name="Niko Kläsener" userId="b3580cb7-15ad-4c2f-be10-30939a475464" providerId="ADAL" clId="{36612FA6-6914-4267-9ADB-97F4291D668E}" dt="2026-06-19T12:40:40.079" v="254" actId="1076"/>
          <ac:spMkLst>
            <pc:docMk/>
            <pc:sldMk cId="313630166" sldId="257"/>
            <ac:spMk id="10" creationId="{29845057-E4C4-88A1-B908-CA5BDDB698F6}"/>
          </ac:spMkLst>
        </pc:spChg>
        <pc:spChg chg="mod">
          <ac:chgData name="Niko Kläsener" userId="b3580cb7-15ad-4c2f-be10-30939a475464" providerId="ADAL" clId="{36612FA6-6914-4267-9ADB-97F4291D668E}" dt="2026-06-19T12:40:28.405" v="252" actId="1076"/>
          <ac:spMkLst>
            <pc:docMk/>
            <pc:sldMk cId="313630166" sldId="257"/>
            <ac:spMk id="12" creationId="{523EE4F5-A6A2-155F-A93F-56A4DE25EEE3}"/>
          </ac:spMkLst>
        </pc:spChg>
        <pc:spChg chg="mod">
          <ac:chgData name="Niko Kläsener" userId="b3580cb7-15ad-4c2f-be10-30939a475464" providerId="ADAL" clId="{36612FA6-6914-4267-9ADB-97F4291D668E}" dt="2026-06-19T12:35:31.574" v="237" actId="1076"/>
          <ac:spMkLst>
            <pc:docMk/>
            <pc:sldMk cId="313630166" sldId="257"/>
            <ac:spMk id="13" creationId="{E5659A22-7EE9-CC22-104D-0660E7199673}"/>
          </ac:spMkLst>
        </pc:spChg>
        <pc:cxnChg chg="add mod">
          <ac:chgData name="Niko Kläsener" userId="b3580cb7-15ad-4c2f-be10-30939a475464" providerId="ADAL" clId="{36612FA6-6914-4267-9ADB-97F4291D668E}" dt="2026-06-19T12:41:15.594" v="260" actId="17032"/>
          <ac:cxnSpMkLst>
            <pc:docMk/>
            <pc:sldMk cId="313630166" sldId="257"/>
            <ac:cxnSpMk id="11" creationId="{96E4554E-DAAE-B8D8-AFED-BA22F8B5444E}"/>
          </ac:cxnSpMkLst>
        </pc:cxnChg>
        <pc:cxnChg chg="add mod">
          <ac:chgData name="Niko Kläsener" userId="b3580cb7-15ad-4c2f-be10-30939a475464" providerId="ADAL" clId="{36612FA6-6914-4267-9ADB-97F4291D668E}" dt="2026-06-19T12:41:19.990" v="261" actId="17032"/>
          <ac:cxnSpMkLst>
            <pc:docMk/>
            <pc:sldMk cId="313630166" sldId="257"/>
            <ac:cxnSpMk id="15" creationId="{69D6CD46-F63F-203D-ABDD-104B339997F8}"/>
          </ac:cxnSpMkLst>
        </pc:cxnChg>
        <pc:cxnChg chg="add mod">
          <ac:chgData name="Niko Kläsener" userId="b3580cb7-15ad-4c2f-be10-30939a475464" providerId="ADAL" clId="{36612FA6-6914-4267-9ADB-97F4291D668E}" dt="2026-06-19T12:41:23.203" v="262" actId="17032"/>
          <ac:cxnSpMkLst>
            <pc:docMk/>
            <pc:sldMk cId="313630166" sldId="257"/>
            <ac:cxnSpMk id="17" creationId="{5D91414E-35BD-1363-1B17-393D9AB5AC9C}"/>
          </ac:cxnSpMkLst>
        </pc:cxnChg>
        <pc:cxnChg chg="add mod">
          <ac:chgData name="Niko Kläsener" userId="b3580cb7-15ad-4c2f-be10-30939a475464" providerId="ADAL" clId="{36612FA6-6914-4267-9ADB-97F4291D668E}" dt="2026-06-19T12:41:26.208" v="263" actId="17032"/>
          <ac:cxnSpMkLst>
            <pc:docMk/>
            <pc:sldMk cId="313630166" sldId="257"/>
            <ac:cxnSpMk id="19" creationId="{A8896518-98DA-6501-43C1-2E1B5EFCB011}"/>
          </ac:cxnSpMkLst>
        </pc:cxnChg>
        <pc:cxnChg chg="add mod">
          <ac:chgData name="Niko Kläsener" userId="b3580cb7-15ad-4c2f-be10-30939a475464" providerId="ADAL" clId="{36612FA6-6914-4267-9ADB-97F4291D668E}" dt="2026-06-19T12:41:31.040" v="264" actId="17032"/>
          <ac:cxnSpMkLst>
            <pc:docMk/>
            <pc:sldMk cId="313630166" sldId="257"/>
            <ac:cxnSpMk id="21" creationId="{41621D5B-CC08-0B9B-E191-7914E0D93081}"/>
          </ac:cxnSpMkLst>
        </pc:cxnChg>
      </pc:sldChg>
      <pc:sldChg chg="addSp delSp modSp mod">
        <pc:chgData name="Niko Kläsener" userId="b3580cb7-15ad-4c2f-be10-30939a475464" providerId="ADAL" clId="{36612FA6-6914-4267-9ADB-97F4291D668E}" dt="2026-06-20T10:16:37.071" v="506" actId="1076"/>
        <pc:sldMkLst>
          <pc:docMk/>
          <pc:sldMk cId="1562465697" sldId="258"/>
        </pc:sldMkLst>
        <pc:spChg chg="mod">
          <ac:chgData name="Niko Kläsener" userId="b3580cb7-15ad-4c2f-be10-30939a475464" providerId="ADAL" clId="{36612FA6-6914-4267-9ADB-97F4291D668E}" dt="2026-06-20T08:58:39.287" v="269" actId="20577"/>
          <ac:spMkLst>
            <pc:docMk/>
            <pc:sldMk cId="1562465697" sldId="258"/>
            <ac:spMk id="2" creationId="{211B614C-40F6-C498-5107-17FB1AFB2B8A}"/>
          </ac:spMkLst>
        </pc:spChg>
        <pc:spChg chg="del mod">
          <ac:chgData name="Niko Kläsener" userId="b3580cb7-15ad-4c2f-be10-30939a475464" providerId="ADAL" clId="{36612FA6-6914-4267-9ADB-97F4291D668E}" dt="2026-06-19T10:47:45.152" v="26" actId="22"/>
          <ac:spMkLst>
            <pc:docMk/>
            <pc:sldMk cId="1562465697" sldId="258"/>
            <ac:spMk id="3" creationId="{9B3FC2DD-A92B-B9BD-2834-E5F4E1D8BD2D}"/>
          </ac:spMkLst>
        </pc:spChg>
        <pc:spChg chg="add mod">
          <ac:chgData name="Niko Kläsener" userId="b3580cb7-15ad-4c2f-be10-30939a475464" providerId="ADAL" clId="{36612FA6-6914-4267-9ADB-97F4291D668E}" dt="2026-06-20T10:16:37.071" v="506" actId="1076"/>
          <ac:spMkLst>
            <pc:docMk/>
            <pc:sldMk cId="1562465697" sldId="258"/>
            <ac:spMk id="3" creationId="{F984959B-3B96-707C-C5CF-921F9260BFDE}"/>
          </ac:spMkLst>
        </pc:spChg>
        <pc:spChg chg="add del mod">
          <ac:chgData name="Niko Kläsener" userId="b3580cb7-15ad-4c2f-be10-30939a475464" providerId="ADAL" clId="{36612FA6-6914-4267-9ADB-97F4291D668E}" dt="2026-06-19T15:39:33.338" v="266" actId="931"/>
          <ac:spMkLst>
            <pc:docMk/>
            <pc:sldMk cId="1562465697" sldId="258"/>
            <ac:spMk id="7" creationId="{AF6D7D65-F16E-92D0-31BE-EEDCDC63F32A}"/>
          </ac:spMkLst>
        </pc:spChg>
        <pc:picChg chg="add del mod ord">
          <ac:chgData name="Niko Kläsener" userId="b3580cb7-15ad-4c2f-be10-30939a475464" providerId="ADAL" clId="{36612FA6-6914-4267-9ADB-97F4291D668E}" dt="2026-06-19T15:38:57.529" v="265" actId="478"/>
          <ac:picMkLst>
            <pc:docMk/>
            <pc:sldMk cId="1562465697" sldId="258"/>
            <ac:picMk id="8" creationId="{28F060EB-3C4B-26C4-6CC8-CA46B6313F5B}"/>
          </ac:picMkLst>
        </pc:picChg>
        <pc:picChg chg="add mod ord">
          <ac:chgData name="Niko Kläsener" userId="b3580cb7-15ad-4c2f-be10-30939a475464" providerId="ADAL" clId="{36612FA6-6914-4267-9ADB-97F4291D668E}" dt="2026-06-20T10:09:03.294" v="351" actId="1076"/>
          <ac:picMkLst>
            <pc:docMk/>
            <pc:sldMk cId="1562465697" sldId="258"/>
            <ac:picMk id="10" creationId="{FACAB858-83F7-44BF-B251-E7805A2A1602}"/>
          </ac:picMkLst>
        </pc:picChg>
      </pc:sldChg>
      <pc:sldChg chg="modSp new del mod">
        <pc:chgData name="Niko Kläsener" userId="b3580cb7-15ad-4c2f-be10-30939a475464" providerId="ADAL" clId="{36612FA6-6914-4267-9ADB-97F4291D668E}" dt="2026-06-19T10:52:29.739" v="67" actId="47"/>
        <pc:sldMkLst>
          <pc:docMk/>
          <pc:sldMk cId="746984907" sldId="259"/>
        </pc:sldMkLst>
        <pc:spChg chg="mod">
          <ac:chgData name="Niko Kläsener" userId="b3580cb7-15ad-4c2f-be10-30939a475464" providerId="ADAL" clId="{36612FA6-6914-4267-9ADB-97F4291D668E}" dt="2026-06-19T10:49:35.187" v="61" actId="21"/>
          <ac:spMkLst>
            <pc:docMk/>
            <pc:sldMk cId="746984907" sldId="259"/>
            <ac:spMk id="2" creationId="{80B43282-9030-BFCE-6BD0-1526FD110A6A}"/>
          </ac:spMkLst>
        </pc:spChg>
      </pc:sldChg>
      <pc:sldChg chg="addSp delSp modSp new mod">
        <pc:chgData name="Niko Kläsener" userId="b3580cb7-15ad-4c2f-be10-30939a475464" providerId="ADAL" clId="{36612FA6-6914-4267-9ADB-97F4291D668E}" dt="2026-06-19T10:50:28.310" v="66" actId="931"/>
        <pc:sldMkLst>
          <pc:docMk/>
          <pc:sldMk cId="2830380807" sldId="260"/>
        </pc:sldMkLst>
        <pc:spChg chg="mod">
          <ac:chgData name="Niko Kläsener" userId="b3580cb7-15ad-4c2f-be10-30939a475464" providerId="ADAL" clId="{36612FA6-6914-4267-9ADB-97F4291D668E}" dt="2026-06-19T10:49:38.671" v="62"/>
          <ac:spMkLst>
            <pc:docMk/>
            <pc:sldMk cId="2830380807" sldId="260"/>
            <ac:spMk id="2" creationId="{4DC433D2-17BA-BB4F-88B0-0F9E964EEB21}"/>
          </ac:spMkLst>
        </pc:spChg>
        <pc:spChg chg="del">
          <ac:chgData name="Niko Kläsener" userId="b3580cb7-15ad-4c2f-be10-30939a475464" providerId="ADAL" clId="{36612FA6-6914-4267-9ADB-97F4291D668E}" dt="2026-06-19T10:50:01.681" v="63" actId="931"/>
          <ac:spMkLst>
            <pc:docMk/>
            <pc:sldMk cId="2830380807" sldId="260"/>
            <ac:spMk id="3" creationId="{AE507860-BF51-9992-18DF-106E6C4C923A}"/>
          </ac:spMkLst>
        </pc:spChg>
        <pc:spChg chg="add del">
          <ac:chgData name="Niko Kläsener" userId="b3580cb7-15ad-4c2f-be10-30939a475464" providerId="ADAL" clId="{36612FA6-6914-4267-9ADB-97F4291D668E}" dt="2026-06-19T10:50:28.310" v="66" actId="931"/>
          <ac:spMkLst>
            <pc:docMk/>
            <pc:sldMk cId="2830380807" sldId="260"/>
            <ac:spMk id="4" creationId="{385250F3-A37D-7ADE-19C9-371FDC47EA04}"/>
          </ac:spMkLst>
        </pc:spChg>
        <pc:picChg chg="add mod ord">
          <ac:chgData name="Niko Kläsener" userId="b3580cb7-15ad-4c2f-be10-30939a475464" providerId="ADAL" clId="{36612FA6-6914-4267-9ADB-97F4291D668E}" dt="2026-06-19T10:50:01.681" v="63" actId="931"/>
          <ac:picMkLst>
            <pc:docMk/>
            <pc:sldMk cId="2830380807" sldId="260"/>
            <ac:picMk id="9" creationId="{B328A8BF-6F71-6DE1-E847-0E993C071748}"/>
          </ac:picMkLst>
        </pc:picChg>
        <pc:picChg chg="add del mod ord">
          <ac:chgData name="Niko Kläsener" userId="b3580cb7-15ad-4c2f-be10-30939a475464" providerId="ADAL" clId="{36612FA6-6914-4267-9ADB-97F4291D668E}" dt="2026-06-19T10:50:20.291" v="65" actId="931"/>
          <ac:picMkLst>
            <pc:docMk/>
            <pc:sldMk cId="2830380807" sldId="260"/>
            <ac:picMk id="11" creationId="{D9F64A39-B0E0-C0D0-1C68-4EBF29009D20}"/>
          </ac:picMkLst>
        </pc:picChg>
        <pc:picChg chg="add mod ord">
          <ac:chgData name="Niko Kläsener" userId="b3580cb7-15ad-4c2f-be10-30939a475464" providerId="ADAL" clId="{36612FA6-6914-4267-9ADB-97F4291D668E}" dt="2026-06-19T10:50:28.310" v="66" actId="931"/>
          <ac:picMkLst>
            <pc:docMk/>
            <pc:sldMk cId="2830380807" sldId="260"/>
            <ac:picMk id="13" creationId="{60767B9F-4700-514B-860F-8A88677FBA11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6-19T10:53:54.635" v="86" actId="931"/>
        <pc:sldMkLst>
          <pc:docMk/>
          <pc:sldMk cId="1179084943" sldId="261"/>
        </pc:sldMkLst>
        <pc:spChg chg="mod">
          <ac:chgData name="Niko Kläsener" userId="b3580cb7-15ad-4c2f-be10-30939a475464" providerId="ADAL" clId="{36612FA6-6914-4267-9ADB-97F4291D668E}" dt="2026-06-19T10:53:03.614" v="85" actId="20577"/>
          <ac:spMkLst>
            <pc:docMk/>
            <pc:sldMk cId="1179084943" sldId="261"/>
            <ac:spMk id="2" creationId="{1E94E426-77E3-D9B2-5685-3FEAC25AD1A5}"/>
          </ac:spMkLst>
        </pc:spChg>
        <pc:spChg chg="del">
          <ac:chgData name="Niko Kläsener" userId="b3580cb7-15ad-4c2f-be10-30939a475464" providerId="ADAL" clId="{36612FA6-6914-4267-9ADB-97F4291D668E}" dt="2026-06-19T10:53:54.635" v="86" actId="931"/>
          <ac:spMkLst>
            <pc:docMk/>
            <pc:sldMk cId="1179084943" sldId="261"/>
            <ac:spMk id="3" creationId="{2D08F052-674F-EFA1-EB75-5747051809E7}"/>
          </ac:spMkLst>
        </pc:spChg>
        <pc:picChg chg="add mod ord">
          <ac:chgData name="Niko Kläsener" userId="b3580cb7-15ad-4c2f-be10-30939a475464" providerId="ADAL" clId="{36612FA6-6914-4267-9ADB-97F4291D668E}" dt="2026-06-19T10:53:54.635" v="86" actId="931"/>
          <ac:picMkLst>
            <pc:docMk/>
            <pc:sldMk cId="1179084943" sldId="261"/>
            <ac:picMk id="8" creationId="{4DAC7E66-EB2C-45E1-5D4F-7CAE9DCE4400}"/>
          </ac:picMkLst>
        </pc:picChg>
      </pc:sldChg>
      <pc:sldChg chg="addSp delSp modSp new mod ord">
        <pc:chgData name="Niko Kläsener" userId="b3580cb7-15ad-4c2f-be10-30939a475464" providerId="ADAL" clId="{36612FA6-6914-4267-9ADB-97F4291D668E}" dt="2026-06-19T10:58:05.492" v="123"/>
        <pc:sldMkLst>
          <pc:docMk/>
          <pc:sldMk cId="2368679576" sldId="262"/>
        </pc:sldMkLst>
        <pc:spChg chg="mod">
          <ac:chgData name="Niko Kläsener" userId="b3580cb7-15ad-4c2f-be10-30939a475464" providerId="ADAL" clId="{36612FA6-6914-4267-9ADB-97F4291D668E}" dt="2026-06-19T10:55:04.400" v="105" actId="20577"/>
          <ac:spMkLst>
            <pc:docMk/>
            <pc:sldMk cId="2368679576" sldId="262"/>
            <ac:spMk id="2" creationId="{2944ED13-FD2C-1619-5816-65507A0AA985}"/>
          </ac:spMkLst>
        </pc:spChg>
        <pc:spChg chg="del">
          <ac:chgData name="Niko Kläsener" userId="b3580cb7-15ad-4c2f-be10-30939a475464" providerId="ADAL" clId="{36612FA6-6914-4267-9ADB-97F4291D668E}" dt="2026-06-19T10:54:53.339" v="102" actId="931"/>
          <ac:spMkLst>
            <pc:docMk/>
            <pc:sldMk cId="2368679576" sldId="262"/>
            <ac:spMk id="3" creationId="{2F562802-86AB-44D8-8F3E-18CADBC47516}"/>
          </ac:spMkLst>
        </pc:spChg>
        <pc:picChg chg="add mod ord">
          <ac:chgData name="Niko Kläsener" userId="b3580cb7-15ad-4c2f-be10-30939a475464" providerId="ADAL" clId="{36612FA6-6914-4267-9ADB-97F4291D668E}" dt="2026-06-19T10:54:53.339" v="102" actId="931"/>
          <ac:picMkLst>
            <pc:docMk/>
            <pc:sldMk cId="2368679576" sldId="262"/>
            <ac:picMk id="8" creationId="{AD463835-8BB8-FEE2-98D6-EA9C01C3A6A5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6-19T10:57:09.107" v="121" actId="20577"/>
        <pc:sldMkLst>
          <pc:docMk/>
          <pc:sldMk cId="937536178" sldId="263"/>
        </pc:sldMkLst>
        <pc:spChg chg="mod">
          <ac:chgData name="Niko Kläsener" userId="b3580cb7-15ad-4c2f-be10-30939a475464" providerId="ADAL" clId="{36612FA6-6914-4267-9ADB-97F4291D668E}" dt="2026-06-19T10:57:09.107" v="121" actId="20577"/>
          <ac:spMkLst>
            <pc:docMk/>
            <pc:sldMk cId="937536178" sldId="263"/>
            <ac:spMk id="2" creationId="{DE86CDD5-F3A8-1E49-03B4-ABAC4E69630F}"/>
          </ac:spMkLst>
        </pc:spChg>
        <pc:spChg chg="del">
          <ac:chgData name="Niko Kläsener" userId="b3580cb7-15ad-4c2f-be10-30939a475464" providerId="ADAL" clId="{36612FA6-6914-4267-9ADB-97F4291D668E}" dt="2026-06-19T10:56:21.822" v="117" actId="931"/>
          <ac:spMkLst>
            <pc:docMk/>
            <pc:sldMk cId="937536178" sldId="263"/>
            <ac:spMk id="3" creationId="{2FB2CE08-A8E1-8EF8-2CF5-0992FB0A6BCE}"/>
          </ac:spMkLst>
        </pc:spChg>
        <pc:picChg chg="add mod ord">
          <ac:chgData name="Niko Kläsener" userId="b3580cb7-15ad-4c2f-be10-30939a475464" providerId="ADAL" clId="{36612FA6-6914-4267-9ADB-97F4291D668E}" dt="2026-06-19T10:56:21.822" v="117" actId="931"/>
          <ac:picMkLst>
            <pc:docMk/>
            <pc:sldMk cId="937536178" sldId="263"/>
            <ac:picMk id="8" creationId="{CCD849A5-AE97-5B6A-16ED-2BC4C72CF5BC}"/>
          </ac:picMkLst>
        </pc:picChg>
      </pc:sldChg>
      <pc:sldChg chg="addSp delSp modSp new mod">
        <pc:chgData name="Niko Kläsener" userId="b3580cb7-15ad-4c2f-be10-30939a475464" providerId="ADAL" clId="{36612FA6-6914-4267-9ADB-97F4291D668E}" dt="2026-06-19T10:58:38.882" v="134" actId="931"/>
        <pc:sldMkLst>
          <pc:docMk/>
          <pc:sldMk cId="673205838" sldId="264"/>
        </pc:sldMkLst>
        <pc:spChg chg="mod">
          <ac:chgData name="Niko Kläsener" userId="b3580cb7-15ad-4c2f-be10-30939a475464" providerId="ADAL" clId="{36612FA6-6914-4267-9ADB-97F4291D668E}" dt="2026-06-19T10:58:16.346" v="133" actId="20577"/>
          <ac:spMkLst>
            <pc:docMk/>
            <pc:sldMk cId="673205838" sldId="264"/>
            <ac:spMk id="2" creationId="{BC69C5CF-E326-767F-82D8-BC1769BEB0EA}"/>
          </ac:spMkLst>
        </pc:spChg>
        <pc:spChg chg="del">
          <ac:chgData name="Niko Kläsener" userId="b3580cb7-15ad-4c2f-be10-30939a475464" providerId="ADAL" clId="{36612FA6-6914-4267-9ADB-97F4291D668E}" dt="2026-06-19T10:58:38.882" v="134" actId="931"/>
          <ac:spMkLst>
            <pc:docMk/>
            <pc:sldMk cId="673205838" sldId="264"/>
            <ac:spMk id="3" creationId="{73810979-3BDF-194B-1F6A-B6ED29B4EE57}"/>
          </ac:spMkLst>
        </pc:spChg>
        <pc:picChg chg="add mod ord">
          <ac:chgData name="Niko Kläsener" userId="b3580cb7-15ad-4c2f-be10-30939a475464" providerId="ADAL" clId="{36612FA6-6914-4267-9ADB-97F4291D668E}" dt="2026-06-19T10:58:38.882" v="134" actId="931"/>
          <ac:picMkLst>
            <pc:docMk/>
            <pc:sldMk cId="673205838" sldId="264"/>
            <ac:picMk id="8" creationId="{3F65DE01-F495-3DDF-820D-2838164A1E75}"/>
          </ac:picMkLst>
        </pc:picChg>
      </pc:sldChg>
      <pc:sldChg chg="addSp delSp modSp new del mod setBg">
        <pc:chgData name="Niko Kläsener" userId="b3580cb7-15ad-4c2f-be10-30939a475464" providerId="ADAL" clId="{36612FA6-6914-4267-9ADB-97F4291D668E}" dt="2026-06-20T09:47:00.752" v="347" actId="47"/>
        <pc:sldMkLst>
          <pc:docMk/>
          <pc:sldMk cId="2524890292" sldId="265"/>
        </pc:sldMkLst>
        <pc:spChg chg="mod">
          <ac:chgData name="Niko Kläsener" userId="b3580cb7-15ad-4c2f-be10-30939a475464" providerId="ADAL" clId="{36612FA6-6914-4267-9ADB-97F4291D668E}" dt="2026-06-20T09:42:13.238" v="318" actId="313"/>
          <ac:spMkLst>
            <pc:docMk/>
            <pc:sldMk cId="2524890292" sldId="265"/>
            <ac:spMk id="2" creationId="{BD05EEA8-C8D5-9E42-7B1E-9E600DFF101C}"/>
          </ac:spMkLst>
        </pc:spChg>
        <pc:spChg chg="del">
          <ac:chgData name="Niko Kläsener" userId="b3580cb7-15ad-4c2f-be10-30939a475464" providerId="ADAL" clId="{36612FA6-6914-4267-9ADB-97F4291D668E}" dt="2026-06-20T09:37:34.037" v="271" actId="931"/>
          <ac:spMkLst>
            <pc:docMk/>
            <pc:sldMk cId="2524890292" sldId="265"/>
            <ac:spMk id="3" creationId="{5925A673-9155-C571-DF9C-2EE38AC6AB23}"/>
          </ac:spMkLst>
        </pc:spChg>
        <pc:spChg chg="mod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4" creationId="{12710B61-904E-C6B5-BFDB-727EE5C14E6E}"/>
          </ac:spMkLst>
        </pc:spChg>
        <pc:spChg chg="mod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5" creationId="{00CF76A6-70A7-1DBE-2DFA-A7BB332C207F}"/>
          </ac:spMkLst>
        </pc:spChg>
        <pc:spChg chg="mod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6" creationId="{916E093C-8E78-657C-5031-379356A8A06C}"/>
          </ac:spMkLst>
        </pc:spChg>
        <pc:spChg chg="add del mod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12" creationId="{6298E0C1-CB63-3E0C-94F6-096C386B6D0F}"/>
          </ac:spMkLst>
        </pc:spChg>
        <pc:spChg chg="add del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15" creationId="{F13C74B1-5B17-4795-BED0-7140497B445A}"/>
          </ac:spMkLst>
        </pc:spChg>
        <pc:spChg chg="add del">
          <ac:chgData name="Niko Kläsener" userId="b3580cb7-15ad-4c2f-be10-30939a475464" providerId="ADAL" clId="{36612FA6-6914-4267-9ADB-97F4291D668E}" dt="2026-06-20T09:39:16.702" v="282" actId="26606"/>
          <ac:spMkLst>
            <pc:docMk/>
            <pc:sldMk cId="2524890292" sldId="265"/>
            <ac:spMk id="17" creationId="{D4974D33-8DC5-464E-8C6D-BE58F0669C17}"/>
          </ac:spMkLst>
        </pc:spChg>
        <pc:spChg chg="add del">
          <ac:chgData name="Niko Kläsener" userId="b3580cb7-15ad-4c2f-be10-30939a475464" providerId="ADAL" clId="{36612FA6-6914-4267-9ADB-97F4291D668E}" dt="2026-06-20T09:38:24.123" v="276" actId="26606"/>
          <ac:spMkLst>
            <pc:docMk/>
            <pc:sldMk cId="2524890292" sldId="265"/>
            <ac:spMk id="22" creationId="{F13C74B1-5B17-4795-BED0-7140497B445A}"/>
          </ac:spMkLst>
        </pc:spChg>
        <pc:spChg chg="add del">
          <ac:chgData name="Niko Kläsener" userId="b3580cb7-15ad-4c2f-be10-30939a475464" providerId="ADAL" clId="{36612FA6-6914-4267-9ADB-97F4291D668E}" dt="2026-06-20T09:38:24.123" v="276" actId="26606"/>
          <ac:spMkLst>
            <pc:docMk/>
            <pc:sldMk cId="2524890292" sldId="265"/>
            <ac:spMk id="24" creationId="{D4974D33-8DC5-464E-8C6D-BE58F0669C17}"/>
          </ac:spMkLst>
        </pc:spChg>
        <pc:spChg chg="add del">
          <ac:chgData name="Niko Kläsener" userId="b3580cb7-15ad-4c2f-be10-30939a475464" providerId="ADAL" clId="{36612FA6-6914-4267-9ADB-97F4291D668E}" dt="2026-06-20T09:39:03.707" v="278" actId="26606"/>
          <ac:spMkLst>
            <pc:docMk/>
            <pc:sldMk cId="2524890292" sldId="265"/>
            <ac:spMk id="26" creationId="{B1595A09-E336-4D1B-9B3A-06A2287A54E2}"/>
          </ac:spMkLst>
        </pc:spChg>
        <pc:spChg chg="add del">
          <ac:chgData name="Niko Kläsener" userId="b3580cb7-15ad-4c2f-be10-30939a475464" providerId="ADAL" clId="{36612FA6-6914-4267-9ADB-97F4291D668E}" dt="2026-06-20T09:39:03.707" v="278" actId="26606"/>
          <ac:spMkLst>
            <pc:docMk/>
            <pc:sldMk cId="2524890292" sldId="265"/>
            <ac:spMk id="27" creationId="{3540989C-C7B8-473B-BF87-6F2DA6A90006}"/>
          </ac:spMkLst>
        </pc:spChg>
        <pc:spChg chg="add del">
          <ac:chgData name="Niko Kläsener" userId="b3580cb7-15ad-4c2f-be10-30939a475464" providerId="ADAL" clId="{36612FA6-6914-4267-9ADB-97F4291D668E}" dt="2026-06-20T09:39:15.442" v="280" actId="26606"/>
          <ac:spMkLst>
            <pc:docMk/>
            <pc:sldMk cId="2524890292" sldId="265"/>
            <ac:spMk id="28" creationId="{FE43805F-24A6-46A4-B19B-54F28347355C}"/>
          </ac:spMkLst>
        </pc:spChg>
        <pc:spChg chg="add del">
          <ac:chgData name="Niko Kläsener" userId="b3580cb7-15ad-4c2f-be10-30939a475464" providerId="ADAL" clId="{36612FA6-6914-4267-9ADB-97F4291D668E}" dt="2026-06-20T09:39:15.442" v="280" actId="26606"/>
          <ac:spMkLst>
            <pc:docMk/>
            <pc:sldMk cId="2524890292" sldId="265"/>
            <ac:spMk id="30" creationId="{95C8260E-968F-44E8-A823-ABB431311926}"/>
          </ac:spMkLst>
        </pc:spChg>
        <pc:spChg chg="add del">
          <ac:chgData name="Niko Kläsener" userId="b3580cb7-15ad-4c2f-be10-30939a475464" providerId="ADAL" clId="{36612FA6-6914-4267-9ADB-97F4291D668E}" dt="2026-06-20T09:39:15.442" v="280" actId="26606"/>
          <ac:spMkLst>
            <pc:docMk/>
            <pc:sldMk cId="2524890292" sldId="265"/>
            <ac:spMk id="31" creationId="{2C1BBA94-3F40-40AA-8BB9-E69E25E537C1}"/>
          </ac:spMkLst>
        </pc:spChg>
        <pc:picChg chg="add mod ord">
          <ac:chgData name="Niko Kläsener" userId="b3580cb7-15ad-4c2f-be10-30939a475464" providerId="ADAL" clId="{36612FA6-6914-4267-9ADB-97F4291D668E}" dt="2026-06-20T09:41:01.735" v="283" actId="1440"/>
          <ac:picMkLst>
            <pc:docMk/>
            <pc:sldMk cId="2524890292" sldId="265"/>
            <ac:picMk id="8" creationId="{06174E3C-9976-B0FF-F6EA-A7FFB0B8F8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88B2D-3E06-4D7C-A936-365E30E787AF}" type="datetimeFigureOut">
              <a:rPr lang="de-DE" smtClean="0"/>
              <a:t>20.06.2026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B04BC-11A1-436E-82D8-12006A6BF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1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52D0B-552C-7472-C8DF-1569B9B52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26887-1428-3B7C-A0DB-41B52BE21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3A7C77-A575-4FD9-D1F8-53D0D68A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ABB4A-2E10-42F0-F1D7-558D6A03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455FC7-1FCF-E3CF-C15A-D3B0F43C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1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1B6CB-109F-6F59-09AC-758E8CD7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3D295-45AE-1E7C-F50A-5669974E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66FBF9-A366-35BD-0D2B-096D1D22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769BA7-9F3B-533A-8982-B5061863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6E16AE-3095-B406-1407-7D1F1284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46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40AA9-7414-A8B5-0E57-8649633F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76F86C-D6B5-19A1-EACA-33C11762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46819-E807-4A05-8CCA-E78390A1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452F2C-8482-883A-C16E-26D101C6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D273C0-A350-FF95-A1E6-3760E175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279D8-6FEE-7226-19AA-3DEAD4AF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26ABEB-6397-74A3-4F24-CCFFB25E4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C063AE-F96A-EAD5-41AD-6412EB1C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78DF2C-3E52-4606-666D-849C7159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447C86-CE6D-37D9-FDC5-FC5CE474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86A48-D4CC-3683-0B5D-87BB53BC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64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56BA4-562C-FC38-B845-710E079A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744915-31C6-C53C-C34B-20169AF0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D31D62-E510-36EE-DE49-DB929D05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DDA4ED-BA83-8C01-3881-F94AED607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794491-2FDB-F4CF-E819-DF4ACFD23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18242D-A3F5-C6AD-1652-A2B21333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02E1605-4EF9-57B6-4DCE-71218568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267C24-41BD-2C25-033F-97BB6846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27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79756-41EB-17ED-70BD-29DD6345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1C07F5-048D-C2B2-9D3F-A12C2F35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EFCEDC-335A-0F63-155B-64AE313B6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26F02F-06D4-5B05-E5CA-7A3BDFD0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530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936720-B54C-2F36-2DDD-A4618F63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9C29A7-149C-2827-6F2A-5BE0B55D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223F82-19B6-4108-48C4-168ED039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23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A2B435-4296-2BFC-0D52-2F87169B5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E35945-FD01-7367-39B3-8B796D25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60BE0A-F9AC-3C0F-97DD-9442DD0A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B6D00A-6519-250B-97B3-91490AE4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5B0FFE-D8AD-80B9-8D1D-D05FCBB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11B7D7-97DF-71DD-61A2-8BABFC77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50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67AE3-89DB-4BF9-EC74-876C9C22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2325FF-AB72-5FE0-8F23-D76A19FD3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4905AF-429B-A898-11D8-ECA55DD57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953F87-5892-1181-B96E-30F30DA4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B4AC24-C295-6E22-92A7-B16D65E1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D1FCC8-B612-0D0B-C6B5-BD858B28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42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64D8C-E19C-3E69-25EC-EFC3D03A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DE0BDB-6CA6-F2A5-8C62-30714E04D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BE7DB-1CC9-3F7E-0D85-0525F806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31C15C-6B3D-76F3-F3C0-61DBA2C1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B7FC1F-FE05-16E6-2B42-1D764A72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63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B36AC7-B9B9-A01B-6721-32FC3AC14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BE66A-0CC8-BD51-4DB2-6B425267A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A8A207-A11B-691D-9FA7-1191E3C7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359AF7-85AC-BD85-83D7-B33AF734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9E8C8-6F9B-3531-808C-C968C328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93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9D5354-F267-37F5-4238-9B93C8A4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3A2F9B-2C24-01D0-74B8-73A671B23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BA0203-B6AA-88A0-62D3-C57446875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65BE39-42B0-5E09-CF08-4C62DEFD0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BA73D-DB39-81F8-86CA-2F7250EF7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E45F0-5197-4D99-A0B0-CC09E9235134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2" descr="HSBI-Studie: Transparente Strukturen können Arbeitszufriedenheit in ...">
            <a:extLst>
              <a:ext uri="{FF2B5EF4-FFF2-40B4-BE49-F238E27FC236}">
                <a16:creationId xmlns:a16="http://schemas.microsoft.com/office/drawing/2014/main" id="{977994B9-1F11-E708-E538-297FC4B14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1822" y="292535"/>
            <a:ext cx="2252356" cy="4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99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25965-E8D2-89CA-ABA6-A83478AE8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193800"/>
            <a:ext cx="9144000" cy="2387600"/>
          </a:xfrm>
        </p:spPr>
        <p:txBody>
          <a:bodyPr/>
          <a:lstStyle/>
          <a:p>
            <a:r>
              <a:rPr lang="de-DE" dirty="0"/>
              <a:t>BMO-Projekt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6AF82B-A7FA-77CF-693C-C1A5A5D41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3800"/>
            <a:ext cx="9144000" cy="1655762"/>
          </a:xfrm>
        </p:spPr>
        <p:txBody>
          <a:bodyPr>
            <a:normAutofit/>
          </a:bodyPr>
          <a:lstStyle/>
          <a:p>
            <a:r>
              <a:rPr lang="de-DE" sz="3600" dirty="0"/>
              <a:t>Ameisenalgorithmen und das Rucksackproblem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F996406-0D13-A890-5782-A69BCEC75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92" y="2261893"/>
            <a:ext cx="7900416" cy="430931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3333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E5F3B-E5A3-3B61-1565-BD3142A6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Ortsabhängiger Ant-Cycle Algorithmus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19ED52-81D0-EE21-5D00-FADC1EFF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86595D-937A-33F9-036F-70B78D29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58F452-653A-3F47-A4B5-8B41D2D4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FFFFFA1-839C-5256-ECAD-B7BD134190CC}"/>
                  </a:ext>
                </a:extLst>
              </p:cNvPr>
              <p:cNvSpPr txBox="1"/>
              <p:nvPr/>
            </p:nvSpPr>
            <p:spPr>
              <a:xfrm>
                <a:off x="3360698" y="3590762"/>
                <a:ext cx="5523820" cy="15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e-DE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3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de-DE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de-DE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de-DE" sz="3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de-DE" sz="3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𝑓𝑒𝑎𝑠𝑖𝑏𝑙𝑒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de-DE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e-DE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de-DE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de-DE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de-DE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de-DE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de-DE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de-DE" sz="3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de-DE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de-DE" sz="36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FFFFFA1-839C-5256-ECAD-B7BD13419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698" y="3590762"/>
                <a:ext cx="5523820" cy="15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19961575-6AFB-32B8-2348-DBD4F184DBB4}"/>
              </a:ext>
            </a:extLst>
          </p:cNvPr>
          <p:cNvSpPr txBox="1"/>
          <p:nvPr/>
        </p:nvSpPr>
        <p:spPr>
          <a:xfrm>
            <a:off x="767675" y="4975351"/>
            <a:ext cx="305974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400" dirty="0"/>
              <a:t>Alle möglichen Items: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nicht im Rucksack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400" dirty="0"/>
              <a:t>nicht zu groß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A54CDF6-3351-758F-A588-011EFB6B9A35}"/>
                  </a:ext>
                </a:extLst>
              </p:cNvPr>
              <p:cNvSpPr txBox="1"/>
              <p:nvPr/>
            </p:nvSpPr>
            <p:spPr>
              <a:xfrm>
                <a:off x="9339812" y="1456167"/>
                <a:ext cx="2185278" cy="20011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Heuristik: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de-DE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de-DE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240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de-DE" sz="240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A54CDF6-3351-758F-A588-011EFB6B9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812" y="1456167"/>
                <a:ext cx="2185278" cy="2001125"/>
              </a:xfrm>
              <a:prstGeom prst="rect">
                <a:avLst/>
              </a:prstGeom>
              <a:blipFill>
                <a:blip r:embed="rId3"/>
                <a:stretch>
                  <a:fillRect l="-3867" t="-21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29845057-E4C4-88A1-B908-CA5BDDB698F6}"/>
              </a:ext>
            </a:extLst>
          </p:cNvPr>
          <p:cNvSpPr txBox="1"/>
          <p:nvPr/>
        </p:nvSpPr>
        <p:spPr>
          <a:xfrm>
            <a:off x="9339812" y="3717463"/>
            <a:ext cx="268304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400" dirty="0"/>
              <a:t>Sensitivität auf die </a:t>
            </a:r>
          </a:p>
          <a:p>
            <a:r>
              <a:rPr lang="de-DE" sz="2400" dirty="0"/>
              <a:t>Heuristik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23EE4F5-A6A2-155F-A93F-56A4DE25EEE3}"/>
              </a:ext>
            </a:extLst>
          </p:cNvPr>
          <p:cNvSpPr txBox="1"/>
          <p:nvPr/>
        </p:nvSpPr>
        <p:spPr>
          <a:xfrm>
            <a:off x="6362305" y="1445302"/>
            <a:ext cx="2120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2400" dirty="0"/>
              <a:t>Sensitivität auf die </a:t>
            </a:r>
          </a:p>
          <a:p>
            <a:r>
              <a:rPr lang="de-DE" sz="2400" dirty="0"/>
              <a:t>Pheromone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5659A22-7EE9-CC22-104D-0660E7199673}"/>
                  </a:ext>
                </a:extLst>
              </p:cNvPr>
              <p:cNvSpPr txBox="1"/>
              <p:nvPr/>
            </p:nvSpPr>
            <p:spPr>
              <a:xfrm>
                <a:off x="29563" y="1445302"/>
                <a:ext cx="5788752" cy="1419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Pheromon Spur: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de-DE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←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Total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func>
                                    <m:func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sz="240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de-DE" sz="2400">
                                                  <a:latin typeface="Cambria Math" panose="02040503050406030204" pitchFamily="18" charset="0"/>
                                                </a:rPr>
                                                <m:t>Total</m:t>
                                              </m:r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de-DE" sz="240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</m:e>
                          </m:nary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5659A22-7EE9-CC22-104D-0660E7199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3" y="1445302"/>
                <a:ext cx="5788752" cy="1419556"/>
              </a:xfrm>
              <a:prstGeom prst="rect">
                <a:avLst/>
              </a:prstGeom>
              <a:blipFill>
                <a:blip r:embed="rId4"/>
                <a:stretch>
                  <a:fillRect l="-1576" t="-296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6E4554E-DAAE-B8D8-AFED-BA22F8B5444E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923939" y="2864858"/>
            <a:ext cx="2514836" cy="87859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9D6CD46-F63F-203D-ABDD-104B339997F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295973" y="2645631"/>
            <a:ext cx="1126487" cy="94513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D91414E-35BD-1363-1B17-393D9AB5AC9C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207253" y="2456730"/>
            <a:ext cx="2132559" cy="119754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8896518-98DA-6501-43C1-2E1B5EFCB011}"/>
              </a:ext>
            </a:extLst>
          </p:cNvPr>
          <p:cNvCxnSpPr>
            <a:cxnSpLocks/>
          </p:cNvCxnSpPr>
          <p:nvPr/>
        </p:nvCxnSpPr>
        <p:spPr>
          <a:xfrm flipH="1" flipV="1">
            <a:off x="7820025" y="3787748"/>
            <a:ext cx="1609725" cy="24816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1621D5B-CC08-0B9B-E191-7914E0D93081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827423" y="5100984"/>
            <a:ext cx="1763752" cy="47453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3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B614C-40F6-C498-5107-17FB1AFB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NMGE-Generator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B3D164-0EB1-FB4B-1102-8F2A17C6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98CC8F-4127-E6BF-ED03-88776169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AAA3CA-DAD6-5E1C-AD47-006922CF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3</a:t>
            </a:fld>
            <a:endParaRPr lang="de-DE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FACAB858-83F7-44BF-B251-E7805A2A1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5275" y="1390650"/>
            <a:ext cx="8086725" cy="450546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84959B-3B96-707C-C5CF-921F9260BFDE}"/>
              </a:ext>
            </a:extLst>
          </p:cNvPr>
          <p:cNvSpPr txBox="1"/>
          <p:nvPr/>
        </p:nvSpPr>
        <p:spPr>
          <a:xfrm>
            <a:off x="933450" y="2136338"/>
            <a:ext cx="28384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Exponentielle Problemstruktur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Verführung durch hohe Effizienz (Kleinstgegenstände)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Extrem hoher Selektionsdruck</a:t>
            </a:r>
            <a:r>
              <a:rPr lang="de-DE" dirty="0"/>
              <a:t> </a:t>
            </a:r>
            <a:br>
              <a:rPr lang="de-DE" dirty="0"/>
            </a:br>
            <a:r>
              <a:rPr lang="de-DE" b="1" dirty="0"/>
              <a:t>(Winzige Effizienzunterschiede)</a:t>
            </a:r>
          </a:p>
        </p:txBody>
      </p:sp>
    </p:spTree>
    <p:extLst>
      <p:ext uri="{BB962C8B-B14F-4D97-AF65-F5344CB8AC3E}">
        <p14:creationId xmlns:p14="http://schemas.microsoft.com/office/powerpoint/2010/main" val="156246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433D2-17BA-BB4F-88B0-0F9E964E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Haupteffekt und Wechselwirkung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B328A8BF-6F71-6DE1-E847-0E993C0717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17449"/>
            <a:ext cx="5181600" cy="3767689"/>
          </a:xfrm>
          <a:prstGeom prst="rect">
            <a:avLst/>
          </a:prstGeom>
        </p:spPr>
      </p:pic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60767B9F-4700-514B-860F-8A88677FBA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667" y="1825625"/>
            <a:ext cx="4608666" cy="4351338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DDB7FE-35AB-EF95-B844-395AC8BC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E9CE6C-8D9D-6C84-AF97-59F2D4CA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D53141-76EE-66A9-336D-DEC63BE9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038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4E426-77E3-D9B2-5685-3FEAC25A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Nutzwertvergleich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DAC7E66-EB2C-45E1-5D4F-7CAE9DCE4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641" y="1825625"/>
            <a:ext cx="6834718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D0D370-05E6-ED99-91A0-C31BE3C7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5A90F7-118B-2BCF-4C7E-E756DF23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096C79-41ED-F127-04E6-1D1CB2E4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08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4ED13-FD2C-1619-5816-65507A0A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Pheromon-Spur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D463835-8BB8-FEE2-98D6-EA9C01C3A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690" y="1825625"/>
            <a:ext cx="7266620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D0B66D-B1AF-FF2B-AA67-0A44FCED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CE3654-1830-9153-F0BC-119C24F1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698665-41AC-4B3F-FB3F-093EF911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67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9C5CF-E326-767F-82D8-BC1769BE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Paradoxon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F65DE01-F495-3DDF-820D-2838164A1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641" y="1825625"/>
            <a:ext cx="6834718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719940-190C-899F-641A-5583A2F3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A8E5CA-7FDF-D981-EE10-57056068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2FF3FE-05C3-8AAD-B8EC-7D699F86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20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6CDD5-F3A8-1E49-03B4-ABAC4E69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Item-Auswahl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CD849A5-AE97-5B6A-16ED-2BC4C72CF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00" y="1825625"/>
            <a:ext cx="10073799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0407AF-A5BD-50CE-FDF3-BF40706A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22.03.2025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11A53B-319E-FD54-9E3B-908627BD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Niko Kläsener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8DB6-4C98-C632-D75C-05F38D93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E45F0-5197-4D99-A0B0-CC09E923513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53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E6B33A8F-E786-4200-A41A-D4EFF1813AEB}" vid="{672231EF-5C09-49BC-92FD-42C4C88DC85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HSBI Powerpoint Vorlage</Template>
  <TotalTime>0</TotalTime>
  <Words>99</Words>
  <Application>Microsoft Office PowerPoint</Application>
  <PresentationFormat>Breitbild</PresentationFormat>
  <Paragraphs>45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</vt:lpstr>
      <vt:lpstr>BMO-Projekt</vt:lpstr>
      <vt:lpstr>Ortsabhängiger Ant-Cycle Algorithmus</vt:lpstr>
      <vt:lpstr>NMGE-Generator</vt:lpstr>
      <vt:lpstr>Haupteffekt und Wechselwirkung</vt:lpstr>
      <vt:lpstr>Nutzwertvergleich</vt:lpstr>
      <vt:lpstr>Pheromon-Spur</vt:lpstr>
      <vt:lpstr>Paradoxon</vt:lpstr>
      <vt:lpstr>Item-Auswahl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 Kläsener</dc:creator>
  <cp:lastModifiedBy>Niko Kläsener</cp:lastModifiedBy>
  <cp:revision>1</cp:revision>
  <dcterms:created xsi:type="dcterms:W3CDTF">2026-06-19T04:59:40Z</dcterms:created>
  <dcterms:modified xsi:type="dcterms:W3CDTF">2026-06-20T10:23:17Z</dcterms:modified>
</cp:coreProperties>
</file>